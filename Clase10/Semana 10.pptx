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tags/tag125.xml" ContentType="application/vnd.openxmlformats-officedocument.presentationml.tags+xml"/>
  <Override PartName="/ppt/notesSlides/notesSlide2.xml" ContentType="application/vnd.openxmlformats-officedocument.presentationml.notesSlide+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notesSlides/notesSlide3.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notesSlides/notesSlide4.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notesSlides/notesSlide5.xml" ContentType="application/vnd.openxmlformats-officedocument.presentationml.notesSlide+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notesSlides/notesSlide6.xml" ContentType="application/vnd.openxmlformats-officedocument.presentationml.notesSlide+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2"/>
  </p:sldMasterIdLst>
  <p:notesMasterIdLst>
    <p:notesMasterId r:id="rId20"/>
  </p:notesMasterIdLst>
  <p:sldIdLst>
    <p:sldId id="285" r:id="rId3"/>
    <p:sldId id="257" r:id="rId4"/>
    <p:sldId id="273" r:id="rId5"/>
    <p:sldId id="287" r:id="rId6"/>
    <p:sldId id="288" r:id="rId7"/>
    <p:sldId id="289" r:id="rId8"/>
    <p:sldId id="276" r:id="rId9"/>
    <p:sldId id="261" r:id="rId10"/>
    <p:sldId id="277" r:id="rId11"/>
    <p:sldId id="265" r:id="rId12"/>
    <p:sldId id="290" r:id="rId13"/>
    <p:sldId id="278" r:id="rId14"/>
    <p:sldId id="266" r:id="rId15"/>
    <p:sldId id="275" r:id="rId16"/>
    <p:sldId id="272" r:id="rId17"/>
    <p:sldId id="284" r:id="rId18"/>
    <p:sldId id="28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1" userDrawn="1">
          <p15:clr>
            <a:srgbClr val="A4A3A4"/>
          </p15:clr>
        </p15:guide>
        <p15:guide id="2" pos="386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60"/>
  </p:normalViewPr>
  <p:slideViewPr>
    <p:cSldViewPr snapToGrid="0" showGuides="1">
      <p:cViewPr varScale="1">
        <p:scale>
          <a:sx n="85" d="100"/>
          <a:sy n="85" d="100"/>
        </p:scale>
        <p:origin x="456" y="62"/>
      </p:cViewPr>
      <p:guideLst>
        <p:guide orient="horz" pos="2231"/>
        <p:guide pos="386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7/5/2026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‹Nº›</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b53643a157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b53643a157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b53643a157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b53643a157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bb91f55cac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bb91f55cac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b53643a157_0_3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b53643a157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slideMaster" Target="../slideMasters/slideMaster2.xml"/><Relationship Id="rId5" Type="http://schemas.openxmlformats.org/officeDocument/2006/relationships/tags" Target="../tags/tag73.xml"/><Relationship Id="rId4" Type="http://schemas.openxmlformats.org/officeDocument/2006/relationships/tags" Target="../tags/tag72.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slideMaster" Target="../slideMasters/slideMaster2.xml"/><Relationship Id="rId5" Type="http://schemas.openxmlformats.org/officeDocument/2006/relationships/tags" Target="../tags/tag78.xml"/><Relationship Id="rId4" Type="http://schemas.openxmlformats.org/officeDocument/2006/relationships/tags" Target="../tags/tag77.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slideMaster" Target="../slideMasters/slideMaster2.xml"/><Relationship Id="rId5" Type="http://schemas.openxmlformats.org/officeDocument/2006/relationships/tags" Target="../tags/tag83.xml"/><Relationship Id="rId4" Type="http://schemas.openxmlformats.org/officeDocument/2006/relationships/tags" Target="../tags/tag82.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86.xml"/><Relationship Id="rId7" Type="http://schemas.openxmlformats.org/officeDocument/2006/relationships/slideMaster" Target="../slideMasters/slideMaster2.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97.xml"/><Relationship Id="rId3" Type="http://schemas.openxmlformats.org/officeDocument/2006/relationships/tags" Target="../tags/tag92.xml"/><Relationship Id="rId7" Type="http://schemas.openxmlformats.org/officeDocument/2006/relationships/tags" Target="../tags/tag96.xml"/><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9"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 Id="rId5" Type="http://schemas.openxmlformats.org/officeDocument/2006/relationships/slideMaster" Target="../slideMasters/slideMaster2.xml"/><Relationship Id="rId4" Type="http://schemas.openxmlformats.org/officeDocument/2006/relationships/tags" Target="../tags/tag101.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 Id="rId4"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107.xml"/><Relationship Id="rId7" Type="http://schemas.openxmlformats.org/officeDocument/2006/relationships/slideMaster" Target="../slideMasters/slideMaster2.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slideMaster" Target="../slideMasters/slideMaster2.xml"/><Relationship Id="rId5" Type="http://schemas.openxmlformats.org/officeDocument/2006/relationships/tags" Target="../tags/tag115.xml"/><Relationship Id="rId4" Type="http://schemas.openxmlformats.org/officeDocument/2006/relationships/tags" Target="../tags/tag114.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 Id="rId5" Type="http://schemas.openxmlformats.org/officeDocument/2006/relationships/slideMaster" Target="../slideMasters/slideMaster2.xml"/><Relationship Id="rId4" Type="http://schemas.openxmlformats.org/officeDocument/2006/relationships/tags" Target="../tags/tag119.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slideMaster" Target="../slideMasters/slideMaster2.xml"/><Relationship Id="rId5" Type="http://schemas.openxmlformats.org/officeDocument/2006/relationships/tags" Target="../tags/tag124.xml"/><Relationship Id="rId4" Type="http://schemas.openxmlformats.org/officeDocument/2006/relationships/tags" Target="../tags/tag12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p>
        </p:txBody>
      </p:sp>
      <p:sp>
        <p:nvSpPr>
          <p:cNvPr id="3" name="Subtitle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6" name="Date Placeholder 15"/>
          <p:cNvSpPr>
            <a:spLocks noGrp="1"/>
          </p:cNvSpPr>
          <p:nvPr>
            <p:ph type="dt" sz="half" idx="10"/>
            <p:custDataLst>
              <p:tags r:id="rId3"/>
            </p:custDataLst>
          </p:nvPr>
        </p:nvSpPr>
        <p:spPr/>
        <p:txBody>
          <a:bodyPr/>
          <a:lstStyle/>
          <a:p>
            <a:fld id="{760FBDFE-C587-4B4C-A407-44438C67B59E}" type="datetimeFigureOut">
              <a:rPr lang="en-US" smtClean="0"/>
              <a:t>7/5/2026</a:t>
            </a:fld>
            <a:endParaRPr lang="en-US"/>
          </a:p>
        </p:txBody>
      </p:sp>
      <p:sp>
        <p:nvSpPr>
          <p:cNvPr id="17" name="Footer Placeholder 16"/>
          <p:cNvSpPr>
            <a:spLocks noGrp="1"/>
          </p:cNvSpPr>
          <p:nvPr>
            <p:ph type="ftr" sz="quarter" idx="11"/>
            <p:custDataLst>
              <p:tags r:id="rId4"/>
            </p:custDataLst>
          </p:nvPr>
        </p:nvSpPr>
        <p:spPr/>
        <p:txBody>
          <a:bodyPr/>
          <a:lstStyle/>
          <a:p>
            <a:endParaRPr lang="en-US" dirty="0"/>
          </a:p>
        </p:txBody>
      </p:sp>
      <p:sp>
        <p:nvSpPr>
          <p:cNvPr id="18" name="Slide Number Placeholder 17"/>
          <p:cNvSpPr>
            <a:spLocks noGrp="1"/>
          </p:cNvSpPr>
          <p:nvPr>
            <p:ph type="sldNum" sz="quarter" idx="12"/>
            <p:custDataLst>
              <p:tags r:id="rId5"/>
            </p:custDataLst>
          </p:nvPr>
        </p:nvSpPr>
        <p:spPr/>
        <p:txBody>
          <a:bodyPr/>
          <a:lstStyle/>
          <a:p>
            <a:fld id="{49AE70B2-8BF9-45C0-BB95-33D1B9D3A854}" type="slidenum">
              <a:rPr lang="en-US" smtClean="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Content Placeholder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7/5/2026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p>
        </p:txBody>
      </p:sp>
      <p:sp>
        <p:nvSpPr>
          <p:cNvPr id="3" name="Text Placeholder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7/5/2026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Content Placeholder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custDataLst>
              <p:tags r:id="rId4"/>
            </p:custDataLst>
          </p:nvPr>
        </p:nvSpPr>
        <p:spPr/>
        <p:txBody>
          <a:bodyPr/>
          <a:lstStyle/>
          <a:p>
            <a:fld id="{760FBDFE-C587-4B4C-A407-44438C67B59E}" type="datetimeFigureOut">
              <a:rPr lang="en-US" smtClean="0"/>
              <a:t>7/5/2026</a:t>
            </a:fld>
            <a:endParaRPr lang="en-US"/>
          </a:p>
        </p:txBody>
      </p:sp>
      <p:sp>
        <p:nvSpPr>
          <p:cNvPr id="6" name="Footer Placeholder 5"/>
          <p:cNvSpPr>
            <a:spLocks noGrp="1"/>
          </p:cNvSpPr>
          <p:nvPr>
            <p:ph type="ftr" sz="quarter" idx="11"/>
            <p:custDataLst>
              <p:tags r:id="rId5"/>
            </p:custDataLst>
          </p:nvPr>
        </p:nvSpPr>
        <p:spPr/>
        <p:txBody>
          <a:bodyPr/>
          <a:lstStyle/>
          <a:p>
            <a:endParaRPr lang="en-US"/>
          </a:p>
        </p:txBody>
      </p:sp>
      <p:sp>
        <p:nvSpPr>
          <p:cNvPr id="7" name="Slide Number Placeholder 6"/>
          <p:cNvSpPr>
            <a:spLocks noGrp="1"/>
          </p:cNvSpPr>
          <p:nvPr>
            <p:ph type="sldNum" sz="quarter" idx="12"/>
            <p:custDataLst>
              <p:tags r:id="rId6"/>
            </p:custDataLst>
          </p:nvPr>
        </p:nvSpPr>
        <p:spPr/>
        <p:txBody>
          <a:bodyPr/>
          <a:lstStyle/>
          <a:p>
            <a:fld id="{49AE70B2-8BF9-45C0-BB95-33D1B9D3A854}" type="slidenum">
              <a:rPr lang="en-US" smtClean="0"/>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Text Placeholder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4" name="Content Placeholder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custDataLst>
              <p:tags r:id="rId6"/>
            </p:custDataLst>
          </p:nvPr>
        </p:nvSpPr>
        <p:spPr/>
        <p:txBody>
          <a:bodyPr/>
          <a:lstStyle/>
          <a:p>
            <a:fld id="{760FBDFE-C587-4B4C-A407-44438C67B59E}" type="datetimeFigureOut">
              <a:rPr lang="en-US" smtClean="0"/>
              <a:t>7/5/2026</a:t>
            </a:fld>
            <a:endParaRPr lang="en-US"/>
          </a:p>
        </p:txBody>
      </p:sp>
      <p:sp>
        <p:nvSpPr>
          <p:cNvPr id="8" name="Footer Placeholder 7"/>
          <p:cNvSpPr>
            <a:spLocks noGrp="1"/>
          </p:cNvSpPr>
          <p:nvPr>
            <p:ph type="ftr" sz="quarter" idx="11"/>
            <p:custDataLst>
              <p:tags r:id="rId7"/>
            </p:custDataLst>
          </p:nvPr>
        </p:nvSpPr>
        <p:spPr/>
        <p:txBody>
          <a:bodyPr/>
          <a:lstStyle/>
          <a:p>
            <a:endParaRPr lang="en-US"/>
          </a:p>
        </p:txBody>
      </p:sp>
      <p:sp>
        <p:nvSpPr>
          <p:cNvPr id="9" name="Slide Number Placeholder 8"/>
          <p:cNvSpPr>
            <a:spLocks noGrp="1"/>
          </p:cNvSpPr>
          <p:nvPr>
            <p:ph type="sldNum" sz="quarter" idx="12"/>
            <p:custDataLst>
              <p:tags r:id="rId8"/>
            </p:custDataLst>
          </p:nvPr>
        </p:nvSpPr>
        <p:spPr/>
        <p:txBody>
          <a:bodyPr/>
          <a:lstStyle/>
          <a:p>
            <a:fld id="{49AE70B2-8BF9-45C0-BB95-33D1B9D3A854}" type="slidenum">
              <a:rPr lang="en-US" smtClean="0"/>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t>7/5/2026</a:t>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1"/>
            </p:custDataLst>
          </p:nvPr>
        </p:nvSpPr>
        <p:spPr/>
        <p:txBody>
          <a:bodyPr/>
          <a:lstStyle/>
          <a:p>
            <a:fld id="{760FBDFE-C587-4B4C-A407-44438C67B59E}" type="datetimeFigureOut">
              <a:rPr lang="en-US" smtClean="0"/>
              <a:t>7/5/2026</a:t>
            </a:fld>
            <a:endParaRPr lang="en-US"/>
          </a:p>
        </p:txBody>
      </p:sp>
      <p:sp>
        <p:nvSpPr>
          <p:cNvPr id="3" name="Footer Placeholder 2"/>
          <p:cNvSpPr>
            <a:spLocks noGrp="1"/>
          </p:cNvSpPr>
          <p:nvPr>
            <p:ph type="ftr" sz="quarter" idx="11"/>
            <p:custDataLst>
              <p:tags r:id="rId2"/>
            </p:custDataLst>
          </p:nvPr>
        </p:nvSpPr>
        <p:spPr/>
        <p:txBody>
          <a:bodyPr/>
          <a:lstStyle/>
          <a:p>
            <a:endParaRPr lang="en-US"/>
          </a:p>
        </p:txBody>
      </p:sp>
      <p:sp>
        <p:nvSpPr>
          <p:cNvPr id="4" name="Slide Number Placeholder 3"/>
          <p:cNvSpPr>
            <a:spLocks noGrp="1"/>
          </p:cNvSpPr>
          <p:nvPr>
            <p:ph type="sldNum" sz="quarter" idx="12"/>
            <p:custDataLst>
              <p:tags r:id="rId3"/>
            </p:custDataLst>
          </p:nvPr>
        </p:nvSpPr>
        <p:spPr/>
        <p:txBody>
          <a:bodyPr/>
          <a:lstStyle/>
          <a:p>
            <a:fld id="{49AE70B2-8BF9-45C0-BB95-33D1B9D3A854}" type="slidenum">
              <a:rPr lang="en-US" smtClean="0"/>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a:t>Click to edit Master text styles</a:t>
            </a:r>
          </a:p>
        </p:txBody>
      </p:sp>
      <p:sp>
        <p:nvSpPr>
          <p:cNvPr id="5" name="Date Placeholder 4"/>
          <p:cNvSpPr>
            <a:spLocks noGrp="1"/>
          </p:cNvSpPr>
          <p:nvPr>
            <p:ph type="dt" sz="half" idx="10"/>
            <p:custDataLst>
              <p:tags r:id="rId3"/>
            </p:custDataLst>
          </p:nvPr>
        </p:nvSpPr>
        <p:spPr/>
        <p:txBody>
          <a:bodyPr/>
          <a:lstStyle/>
          <a:p>
            <a:fld id="{9EFD9D74-47D9-4702-A33C-335B63B48DBF}" type="datetimeFigureOut">
              <a:rPr lang="en-US" smtClean="0"/>
              <a:t>7/5/2026</a:t>
            </a:fld>
            <a:endParaRPr lang="en-US" dirty="0"/>
          </a:p>
        </p:txBody>
      </p:sp>
      <p:sp>
        <p:nvSpPr>
          <p:cNvPr id="6" name="Footer Placeholder 5"/>
          <p:cNvSpPr>
            <a:spLocks noGrp="1"/>
          </p:cNvSpPr>
          <p:nvPr>
            <p:ph type="ftr" sz="quarter" idx="11"/>
            <p:custDataLst>
              <p:tags r:id="rId4"/>
            </p:custDataLst>
          </p:nvPr>
        </p:nvSpPr>
        <p:spPr/>
        <p:txBody>
          <a:bodyPr/>
          <a:lstStyle/>
          <a:p>
            <a:endParaRPr lang="en-US" dirty="0"/>
          </a:p>
        </p:txBody>
      </p:sp>
      <p:sp>
        <p:nvSpPr>
          <p:cNvPr id="7" name="Slide Number Placeholder 6"/>
          <p:cNvSpPr>
            <a:spLocks noGrp="1"/>
          </p:cNvSpPr>
          <p:nvPr>
            <p:ph type="sldNum" sz="quarter" idx="12"/>
            <p:custDataLst>
              <p:tags r:id="rId5"/>
            </p:custDataLst>
          </p:nvPr>
        </p:nvSpPr>
        <p:spPr/>
        <p:txBody>
          <a:bodyPr/>
          <a:lstStyle/>
          <a:p>
            <a:fld id="{FABC47A4-756D-490B-A52F-7D9E2C9FC05F}" type="slidenum">
              <a:rPr lang="en-US" smtClean="0"/>
              <a:t>‹Nº›</a:t>
            </a:fld>
            <a:endParaRPr lang="en-US"/>
          </a:p>
        </p:txBody>
      </p:sp>
      <p:sp>
        <p:nvSpPr>
          <p:cNvPr id="9" name="Title 8"/>
          <p:cNvSpPr>
            <a:spLocks noGrp="1"/>
          </p:cNvSpPr>
          <p:nvPr>
            <p:ph type="title"/>
            <p:custDataLst>
              <p:tags r:id="rId6"/>
            </p:custDataLst>
          </p:nvPr>
        </p:nvSpPr>
        <p:spPr/>
        <p:txBody>
          <a:bodyPr/>
          <a:lstStyle/>
          <a:p>
            <a:r>
              <a:rPr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a:t>Click to edit title</a:t>
            </a:r>
          </a:p>
        </p:txBody>
      </p:sp>
      <p:sp>
        <p:nvSpPr>
          <p:cNvPr id="3" name="Vertical Text Placeholder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7/5/2026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7/5/2026</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‹Nº›</a:t>
            </a:fld>
            <a:endParaRPr lang="en-US"/>
          </a:p>
        </p:txBody>
      </p:sp>
      <p:sp>
        <p:nvSpPr>
          <p:cNvPr id="7" name="Content Placeholder 6"/>
          <p:cNvSpPr>
            <a:spLocks noGrp="1"/>
          </p:cNvSpPr>
          <p:nvPr>
            <p:ph sz="quarter" idx="13"/>
            <p:custDataLst>
              <p:tags r:id="rId4"/>
            </p:custDataLst>
          </p:nvPr>
        </p:nvSpPr>
        <p:spPr>
          <a:xfrm>
            <a:off x="608400" y="774000"/>
            <a:ext cx="10972800" cy="54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7/5/2026</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‹Nº›</a:t>
            </a:fld>
            <a:endParaRPr lang="en-US"/>
          </a:p>
        </p:txBody>
      </p:sp>
      <p:sp>
        <p:nvSpPr>
          <p:cNvPr id="2" name="Title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a:t>Click to edit title</a:t>
            </a:r>
          </a:p>
        </p:txBody>
      </p:sp>
      <p:sp>
        <p:nvSpPr>
          <p:cNvPr id="7" name="Text Placeholder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ranja">
  <p:cSld name="BLANK_2_1_1">
    <p:bg>
      <p:bgPr>
        <a:solidFill>
          <a:srgbClr val="FF632B"/>
        </a:solidFill>
        <a:effectLst/>
      </p:bgPr>
    </p:bg>
    <p:spTree>
      <p:nvGrpSpPr>
        <p:cNvPr id="1" name="Shape 81"/>
        <p:cNvGrpSpPr/>
        <p:nvPr/>
      </p:nvGrpSpPr>
      <p:grpSpPr>
        <a:xfrm>
          <a:off x="0" y="0"/>
          <a:ext cx="0" cy="0"/>
          <a:chOff x="0" y="0"/>
          <a:chExt cx="0" cy="0"/>
        </a:xfrm>
      </p:grpSpPr>
      <p:sp>
        <p:nvSpPr>
          <p:cNvPr id="82" name="Google Shape;82;p2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‹Nº›</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Gradiente">
  <p:cSld name="BLANK_1">
    <p:spTree>
      <p:nvGrpSpPr>
        <p:cNvPr id="1" name="Shape 85"/>
        <p:cNvGrpSpPr/>
        <p:nvPr/>
      </p:nvGrpSpPr>
      <p:grpSpPr>
        <a:xfrm>
          <a:off x="0" y="0"/>
          <a:ext cx="0" cy="0"/>
          <a:chOff x="0" y="0"/>
          <a:chExt cx="0" cy="0"/>
        </a:xfrm>
      </p:grpSpPr>
      <p:pic>
        <p:nvPicPr>
          <p:cNvPr id="86" name="Google Shape;86;p22" title="Coder Facebook (6).png"/>
          <p:cNvPicPr preferRelativeResize="0"/>
          <p:nvPr/>
        </p:nvPicPr>
        <p:blipFill>
          <a:blip r:embed="rId2"/>
          <a:stretch>
            <a:fillRect/>
          </a:stretch>
        </p:blipFill>
        <p:spPr>
          <a:xfrm>
            <a:off x="-148967" y="0"/>
            <a:ext cx="12340967" cy="69418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p>
        </p:txBody>
      </p:sp>
      <p:sp>
        <p:nvSpPr>
          <p:cNvPr id="3" name="Subtitle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6" name="Date Placeholder 15"/>
          <p:cNvSpPr>
            <a:spLocks noGrp="1"/>
          </p:cNvSpPr>
          <p:nvPr>
            <p:ph type="dt" sz="half" idx="10"/>
            <p:custDataLst>
              <p:tags r:id="rId3"/>
            </p:custDataLst>
          </p:nvPr>
        </p:nvSpPr>
        <p:spPr/>
        <p:txBody>
          <a:bodyPr/>
          <a:lstStyle/>
          <a:p>
            <a:fld id="{760FBDFE-C587-4B4C-A407-44438C67B59E}" type="datetimeFigureOut">
              <a:rPr lang="en-US" smtClean="0"/>
              <a:t>7/5/2026</a:t>
            </a:fld>
            <a:endParaRPr lang="en-US"/>
          </a:p>
        </p:txBody>
      </p:sp>
      <p:sp>
        <p:nvSpPr>
          <p:cNvPr id="17" name="Footer Placeholder 16"/>
          <p:cNvSpPr>
            <a:spLocks noGrp="1"/>
          </p:cNvSpPr>
          <p:nvPr>
            <p:ph type="ftr" sz="quarter" idx="11"/>
            <p:custDataLst>
              <p:tags r:id="rId4"/>
            </p:custDataLst>
          </p:nvPr>
        </p:nvSpPr>
        <p:spPr/>
        <p:txBody>
          <a:bodyPr/>
          <a:lstStyle/>
          <a:p>
            <a:endParaRPr lang="en-US" dirty="0"/>
          </a:p>
        </p:txBody>
      </p:sp>
      <p:sp>
        <p:nvSpPr>
          <p:cNvPr id="18" name="Slide Number Placeholder 17"/>
          <p:cNvSpPr>
            <a:spLocks noGrp="1"/>
          </p:cNvSpPr>
          <p:nvPr>
            <p:ph type="sldNum" sz="quarter" idx="12"/>
            <p:custDataLst>
              <p:tags r:id="rId5"/>
            </p:custDataLst>
          </p:nvPr>
        </p:nvSpPr>
        <p:spPr/>
        <p:txBody>
          <a:bodyPr/>
          <a:lstStyle/>
          <a:p>
            <a:fld id="{49AE70B2-8BF9-45C0-BB95-33D1B9D3A854}" type="slidenum">
              <a:rPr lang="en-US" smtClean="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Content Placeholder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7/5/2026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‹Nº›</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p>
        </p:txBody>
      </p:sp>
      <p:sp>
        <p:nvSpPr>
          <p:cNvPr id="3" name="Text Placeholder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7/5/2026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‹Nº›</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Content Placeholder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custDataLst>
              <p:tags r:id="rId4"/>
            </p:custDataLst>
          </p:nvPr>
        </p:nvSpPr>
        <p:spPr/>
        <p:txBody>
          <a:bodyPr/>
          <a:lstStyle/>
          <a:p>
            <a:fld id="{760FBDFE-C587-4B4C-A407-44438C67B59E}" type="datetimeFigureOut">
              <a:rPr lang="en-US" smtClean="0"/>
              <a:t>7/5/2026</a:t>
            </a:fld>
            <a:endParaRPr lang="en-US"/>
          </a:p>
        </p:txBody>
      </p:sp>
      <p:sp>
        <p:nvSpPr>
          <p:cNvPr id="6" name="Footer Placeholder 5"/>
          <p:cNvSpPr>
            <a:spLocks noGrp="1"/>
          </p:cNvSpPr>
          <p:nvPr>
            <p:ph type="ftr" sz="quarter" idx="11"/>
            <p:custDataLst>
              <p:tags r:id="rId5"/>
            </p:custDataLst>
          </p:nvPr>
        </p:nvSpPr>
        <p:spPr/>
        <p:txBody>
          <a:bodyPr/>
          <a:lstStyle/>
          <a:p>
            <a:endParaRPr lang="en-US"/>
          </a:p>
        </p:txBody>
      </p:sp>
      <p:sp>
        <p:nvSpPr>
          <p:cNvPr id="7" name="Slide Number Placeholder 6"/>
          <p:cNvSpPr>
            <a:spLocks noGrp="1"/>
          </p:cNvSpPr>
          <p:nvPr>
            <p:ph type="sldNum" sz="quarter" idx="12"/>
            <p:custDataLst>
              <p:tags r:id="rId6"/>
            </p:custDataLst>
          </p:nvPr>
        </p:nvSpPr>
        <p:spPr/>
        <p:txBody>
          <a:bodyPr/>
          <a:lstStyle/>
          <a:p>
            <a:fld id="{49AE70B2-8BF9-45C0-BB95-33D1B9D3A854}" type="slidenum">
              <a:rPr lang="en-US" smtClean="0"/>
              <a:t>‹Nº›</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Text Placeholder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4" name="Content Placeholder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custDataLst>
              <p:tags r:id="rId6"/>
            </p:custDataLst>
          </p:nvPr>
        </p:nvSpPr>
        <p:spPr/>
        <p:txBody>
          <a:bodyPr/>
          <a:lstStyle/>
          <a:p>
            <a:fld id="{760FBDFE-C587-4B4C-A407-44438C67B59E}" type="datetimeFigureOut">
              <a:rPr lang="en-US" smtClean="0"/>
              <a:t>7/5/2026</a:t>
            </a:fld>
            <a:endParaRPr lang="en-US"/>
          </a:p>
        </p:txBody>
      </p:sp>
      <p:sp>
        <p:nvSpPr>
          <p:cNvPr id="8" name="Footer Placeholder 7"/>
          <p:cNvSpPr>
            <a:spLocks noGrp="1"/>
          </p:cNvSpPr>
          <p:nvPr>
            <p:ph type="ftr" sz="quarter" idx="11"/>
            <p:custDataLst>
              <p:tags r:id="rId7"/>
            </p:custDataLst>
          </p:nvPr>
        </p:nvSpPr>
        <p:spPr/>
        <p:txBody>
          <a:bodyPr/>
          <a:lstStyle/>
          <a:p>
            <a:endParaRPr lang="en-US"/>
          </a:p>
        </p:txBody>
      </p:sp>
      <p:sp>
        <p:nvSpPr>
          <p:cNvPr id="9" name="Slide Number Placeholder 8"/>
          <p:cNvSpPr>
            <a:spLocks noGrp="1"/>
          </p:cNvSpPr>
          <p:nvPr>
            <p:ph type="sldNum" sz="quarter" idx="12"/>
            <p:custDataLst>
              <p:tags r:id="rId8"/>
            </p:custDataLst>
          </p:nvPr>
        </p:nvSpPr>
        <p:spPr/>
        <p:txBody>
          <a:bodyPr/>
          <a:lstStyle/>
          <a:p>
            <a:fld id="{49AE70B2-8BF9-45C0-BB95-33D1B9D3A854}" type="slidenum">
              <a:rPr lang="en-US" smtClean="0"/>
              <a:t>‹Nº›</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t>7/5/2026</a:t>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t>‹Nº›</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1"/>
            </p:custDataLst>
          </p:nvPr>
        </p:nvSpPr>
        <p:spPr/>
        <p:txBody>
          <a:bodyPr/>
          <a:lstStyle/>
          <a:p>
            <a:fld id="{760FBDFE-C587-4B4C-A407-44438C67B59E}" type="datetimeFigureOut">
              <a:rPr lang="en-US" smtClean="0"/>
              <a:t>7/5/2026</a:t>
            </a:fld>
            <a:endParaRPr lang="en-US"/>
          </a:p>
        </p:txBody>
      </p:sp>
      <p:sp>
        <p:nvSpPr>
          <p:cNvPr id="3" name="Footer Placeholder 2"/>
          <p:cNvSpPr>
            <a:spLocks noGrp="1"/>
          </p:cNvSpPr>
          <p:nvPr>
            <p:ph type="ftr" sz="quarter" idx="11"/>
            <p:custDataLst>
              <p:tags r:id="rId2"/>
            </p:custDataLst>
          </p:nvPr>
        </p:nvSpPr>
        <p:spPr/>
        <p:txBody>
          <a:bodyPr/>
          <a:lstStyle/>
          <a:p>
            <a:endParaRPr lang="en-US"/>
          </a:p>
        </p:txBody>
      </p:sp>
      <p:sp>
        <p:nvSpPr>
          <p:cNvPr id="4" name="Slide Number Placeholder 3"/>
          <p:cNvSpPr>
            <a:spLocks noGrp="1"/>
          </p:cNvSpPr>
          <p:nvPr>
            <p:ph type="sldNum" sz="quarter" idx="12"/>
            <p:custDataLst>
              <p:tags r:id="rId3"/>
            </p:custDataLst>
          </p:nvPr>
        </p:nvSpPr>
        <p:spPr/>
        <p:txBody>
          <a:bodyPr/>
          <a:lstStyle/>
          <a:p>
            <a:fld id="{49AE70B2-8BF9-45C0-BB95-33D1B9D3A854}" type="slidenum">
              <a:rPr lang="en-US" smtClean="0"/>
              <a:t>‹Nº›</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a:t>Click to edit Master text styles</a:t>
            </a:r>
          </a:p>
        </p:txBody>
      </p:sp>
      <p:sp>
        <p:nvSpPr>
          <p:cNvPr id="5" name="Date Placeholder 4"/>
          <p:cNvSpPr>
            <a:spLocks noGrp="1"/>
          </p:cNvSpPr>
          <p:nvPr>
            <p:ph type="dt" sz="half" idx="10"/>
            <p:custDataLst>
              <p:tags r:id="rId3"/>
            </p:custDataLst>
          </p:nvPr>
        </p:nvSpPr>
        <p:spPr/>
        <p:txBody>
          <a:bodyPr/>
          <a:lstStyle/>
          <a:p>
            <a:fld id="{9EFD9D74-47D9-4702-A33C-335B63B48DBF}" type="datetimeFigureOut">
              <a:rPr lang="en-US" smtClean="0"/>
              <a:t>7/5/2026</a:t>
            </a:fld>
            <a:endParaRPr lang="en-US" dirty="0"/>
          </a:p>
        </p:txBody>
      </p:sp>
      <p:sp>
        <p:nvSpPr>
          <p:cNvPr id="6" name="Footer Placeholder 5"/>
          <p:cNvSpPr>
            <a:spLocks noGrp="1"/>
          </p:cNvSpPr>
          <p:nvPr>
            <p:ph type="ftr" sz="quarter" idx="11"/>
            <p:custDataLst>
              <p:tags r:id="rId4"/>
            </p:custDataLst>
          </p:nvPr>
        </p:nvSpPr>
        <p:spPr/>
        <p:txBody>
          <a:bodyPr/>
          <a:lstStyle/>
          <a:p>
            <a:endParaRPr lang="en-US" dirty="0"/>
          </a:p>
        </p:txBody>
      </p:sp>
      <p:sp>
        <p:nvSpPr>
          <p:cNvPr id="7" name="Slide Number Placeholder 6"/>
          <p:cNvSpPr>
            <a:spLocks noGrp="1"/>
          </p:cNvSpPr>
          <p:nvPr>
            <p:ph type="sldNum" sz="quarter" idx="12"/>
            <p:custDataLst>
              <p:tags r:id="rId5"/>
            </p:custDataLst>
          </p:nvPr>
        </p:nvSpPr>
        <p:spPr/>
        <p:txBody>
          <a:bodyPr/>
          <a:lstStyle/>
          <a:p>
            <a:fld id="{FABC47A4-756D-490B-A52F-7D9E2C9FC05F}" type="slidenum">
              <a:rPr lang="en-US" smtClean="0"/>
              <a:t>‹Nº›</a:t>
            </a:fld>
            <a:endParaRPr lang="en-US"/>
          </a:p>
        </p:txBody>
      </p:sp>
      <p:sp>
        <p:nvSpPr>
          <p:cNvPr id="9" name="Title 8"/>
          <p:cNvSpPr>
            <a:spLocks noGrp="1"/>
          </p:cNvSpPr>
          <p:nvPr>
            <p:ph type="title"/>
            <p:custDataLst>
              <p:tags r:id="rId6"/>
            </p:custDataLst>
          </p:nvPr>
        </p:nvSpPr>
        <p:spPr/>
        <p:txBody>
          <a:bodyPr/>
          <a:lstStyle/>
          <a:p>
            <a:r>
              <a:rPr lang="en-US"/>
              <a:t>Click to edit Master title style</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a:t>Click to edit title</a:t>
            </a:r>
          </a:p>
        </p:txBody>
      </p:sp>
      <p:sp>
        <p:nvSpPr>
          <p:cNvPr id="3" name="Vertical Text Placeholder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7/5/2026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‹Nº›</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7/5/2026</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‹Nº›</a:t>
            </a:fld>
            <a:endParaRPr lang="en-US"/>
          </a:p>
        </p:txBody>
      </p:sp>
      <p:sp>
        <p:nvSpPr>
          <p:cNvPr id="7" name="Content Placeholder 6"/>
          <p:cNvSpPr>
            <a:spLocks noGrp="1"/>
          </p:cNvSpPr>
          <p:nvPr>
            <p:ph sz="quarter" idx="13"/>
            <p:custDataLst>
              <p:tags r:id="rId4"/>
            </p:custDataLst>
          </p:nvPr>
        </p:nvSpPr>
        <p:spPr>
          <a:xfrm>
            <a:off x="608400" y="774000"/>
            <a:ext cx="10972800" cy="54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7/5/2026</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‹Nº›</a:t>
            </a:fld>
            <a:endParaRPr lang="en-US"/>
          </a:p>
        </p:txBody>
      </p:sp>
      <p:sp>
        <p:nvSpPr>
          <p:cNvPr id="2" name="Title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a:t>Click to edit title</a:t>
            </a:r>
          </a:p>
        </p:txBody>
      </p:sp>
      <p:sp>
        <p:nvSpPr>
          <p:cNvPr id="7" name="Text Placeholder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Naranja">
  <p:cSld name="BLANK_2_1_1">
    <p:bg>
      <p:bgPr>
        <a:solidFill>
          <a:srgbClr val="FF632B"/>
        </a:solidFill>
        <a:effectLst/>
      </p:bgPr>
    </p:bg>
    <p:spTree>
      <p:nvGrpSpPr>
        <p:cNvPr id="1" name="Shape 81"/>
        <p:cNvGrpSpPr/>
        <p:nvPr/>
      </p:nvGrpSpPr>
      <p:grpSpPr>
        <a:xfrm>
          <a:off x="0" y="0"/>
          <a:ext cx="0" cy="0"/>
          <a:chOff x="0" y="0"/>
          <a:chExt cx="0" cy="0"/>
        </a:xfrm>
      </p:grpSpPr>
      <p:sp>
        <p:nvSpPr>
          <p:cNvPr id="82" name="Google Shape;82;p2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‹Nº›</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co 1">
  <p:cSld name="BLANK_3">
    <p:bg>
      <p:bgPr>
        <a:solidFill>
          <a:schemeClr val="lt1"/>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‹Nº›</a:t>
            </a:fld>
            <a:endParaRPr lang="en-US"/>
          </a:p>
        </p:txBody>
      </p:sp>
      <p:sp>
        <p:nvSpPr>
          <p:cNvPr id="55" name="Google Shape;55;p14"/>
          <p:cNvSpPr txBox="1"/>
          <p:nvPr/>
        </p:nvSpPr>
        <p:spPr>
          <a:xfrm>
            <a:off x="634833" y="220035"/>
            <a:ext cx="859200" cy="2512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None/>
            </a:pPr>
            <a:r>
              <a:rPr lang="en-US" sz="665">
                <a:solidFill>
                  <a:srgbClr val="222224"/>
                </a:solidFill>
                <a:latin typeface="Plus Jakarta Sans"/>
                <a:ea typeface="Plus Jakarta Sans"/>
                <a:cs typeface="Plus Jakarta Sans"/>
                <a:sym typeface="Plus Jakarta Sans"/>
              </a:rPr>
              <a:t>Coderhouse</a:t>
            </a:r>
            <a:endParaRPr sz="665">
              <a:solidFill>
                <a:srgbClr val="222224"/>
              </a:solidFill>
              <a:latin typeface="Plus Jakarta Sans"/>
              <a:ea typeface="Plus Jakarta Sans"/>
              <a:cs typeface="Plus Jakarta Sans"/>
              <a:sym typeface="Plus Jakarta Sans"/>
            </a:endParaRPr>
          </a:p>
        </p:txBody>
      </p:sp>
      <p:sp>
        <p:nvSpPr>
          <p:cNvPr id="56" name="Google Shape;56;p14"/>
          <p:cNvSpPr txBox="1"/>
          <p:nvPr/>
        </p:nvSpPr>
        <p:spPr>
          <a:xfrm>
            <a:off x="9230685" y="220035"/>
            <a:ext cx="1584800" cy="2512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None/>
            </a:pPr>
            <a:r>
              <a:rPr lang="en-US" sz="665">
                <a:solidFill>
                  <a:srgbClr val="222224"/>
                </a:solidFill>
                <a:latin typeface="Plus Jakarta Sans"/>
                <a:ea typeface="Plus Jakarta Sans"/>
                <a:cs typeface="Plus Jakarta Sans"/>
                <a:sym typeface="Plus Jakarta Sans"/>
              </a:rPr>
              <a:t>Internal  Presentation</a:t>
            </a:r>
            <a:endParaRPr sz="665">
              <a:solidFill>
                <a:srgbClr val="222224"/>
              </a:solidFill>
              <a:latin typeface="Plus Jakarta Sans"/>
              <a:ea typeface="Plus Jakarta Sans"/>
              <a:cs typeface="Plus Jakarta Sans"/>
              <a:sym typeface="Plus Jakarta Sans"/>
            </a:endParaRPr>
          </a:p>
        </p:txBody>
      </p:sp>
      <p:sp>
        <p:nvSpPr>
          <p:cNvPr id="57" name="Google Shape;57;p14"/>
          <p:cNvSpPr txBox="1"/>
          <p:nvPr/>
        </p:nvSpPr>
        <p:spPr>
          <a:xfrm>
            <a:off x="2928743" y="220035"/>
            <a:ext cx="1656000" cy="2512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None/>
            </a:pPr>
            <a:r>
              <a:rPr lang="en-US" sz="665">
                <a:solidFill>
                  <a:srgbClr val="222224"/>
                </a:solidFill>
                <a:latin typeface="Plus Jakarta Sans"/>
                <a:ea typeface="Plus Jakarta Sans"/>
                <a:cs typeface="Plus Jakarta Sans"/>
                <a:sym typeface="Plus Jakarta Sans"/>
              </a:rPr>
              <a:t>2026</a:t>
            </a:r>
            <a:endParaRPr sz="665">
              <a:solidFill>
                <a:srgbClr val="222224"/>
              </a:solidFill>
              <a:latin typeface="Plus Jakarta Sans"/>
              <a:ea typeface="Plus Jakarta Sans"/>
              <a:cs typeface="Plus Jakarta Sans"/>
              <a:sym typeface="Plus Jakarta Sans"/>
            </a:endParaRPr>
          </a:p>
        </p:txBody>
      </p:sp>
      <p:sp>
        <p:nvSpPr>
          <p:cNvPr id="58" name="Google Shape;58;p14"/>
          <p:cNvSpPr txBox="1"/>
          <p:nvPr/>
        </p:nvSpPr>
        <p:spPr>
          <a:xfrm>
            <a:off x="11164700" y="120865"/>
            <a:ext cx="492800" cy="449600"/>
          </a:xfrm>
          <a:prstGeom prst="rect">
            <a:avLst/>
          </a:prstGeom>
          <a:noFill/>
          <a:ln>
            <a:noFill/>
          </a:ln>
        </p:spPr>
        <p:txBody>
          <a:bodyPr spcFirstLastPara="1" wrap="square" lIns="117966" tIns="117966" rIns="117966" bIns="117966" anchor="ctr" anchorCtr="0">
            <a:noAutofit/>
          </a:bodyPr>
          <a:lstStyle/>
          <a:p>
            <a:pPr marL="0" lvl="0" indent="0" algn="ctr" rtl="0">
              <a:lnSpc>
                <a:spcPct val="100000"/>
              </a:lnSpc>
              <a:spcBef>
                <a:spcPts val="0"/>
              </a:spcBef>
              <a:spcAft>
                <a:spcPts val="0"/>
              </a:spcAft>
              <a:buNone/>
            </a:pPr>
            <a:fld id="{00000000-1234-1234-1234-123412341234}" type="slidenum">
              <a:rPr lang="en-US" sz="665">
                <a:solidFill>
                  <a:srgbClr val="222224"/>
                </a:solidFill>
                <a:latin typeface="Plus Jakarta Sans"/>
                <a:ea typeface="Plus Jakarta Sans"/>
                <a:cs typeface="Plus Jakarta Sans"/>
                <a:sym typeface="Plus Jakarta Sans"/>
              </a:rPr>
              <a:t>‹Nº›</a:t>
            </a:fld>
            <a:endParaRPr sz="665">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Atardecer">
  <p:cSld name="BLANK_4">
    <p:bg>
      <p:bgPr>
        <a:solidFill>
          <a:srgbClr val="F8F2E8"/>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‹Nº›</a:t>
            </a:fld>
            <a:endParaRPr lang="en-US"/>
          </a:p>
        </p:txBody>
      </p:sp>
      <p:pic>
        <p:nvPicPr>
          <p:cNvPr id="52" name="Google Shape;52;p13" title="Group 1321318181.png"/>
          <p:cNvPicPr preferRelativeResize="0"/>
          <p:nvPr/>
        </p:nvPicPr>
        <p:blipFill>
          <a:blip r:embed="rId2"/>
          <a:stretch>
            <a:fillRect/>
          </a:stretch>
        </p:blipFill>
        <p:spPr>
          <a:xfrm>
            <a:off x="0" y="2768216"/>
            <a:ext cx="12191996" cy="408978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4.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3.xml"/><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tags" Target="../tags/tag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tags" Target="../tags/tag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tags" Target="../tags/tag65.xml"/><Relationship Id="rId3" Type="http://schemas.openxmlformats.org/officeDocument/2006/relationships/slideLayout" Target="../slideLayouts/slideLayout16.xml"/><Relationship Id="rId21" Type="http://schemas.openxmlformats.org/officeDocument/2006/relationships/tags" Target="../tags/tag68.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ags" Target="../tags/tag64.xml"/><Relationship Id="rId2" Type="http://schemas.openxmlformats.org/officeDocument/2006/relationships/slideLayout" Target="../slideLayouts/slideLayout15.xml"/><Relationship Id="rId16" Type="http://schemas.openxmlformats.org/officeDocument/2006/relationships/tags" Target="../tags/tag63.xml"/><Relationship Id="rId20" Type="http://schemas.openxmlformats.org/officeDocument/2006/relationships/tags" Target="../tags/tag67.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19" Type="http://schemas.openxmlformats.org/officeDocument/2006/relationships/tags" Target="../tags/tag6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6"/>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p>
        </p:txBody>
      </p:sp>
      <p:sp>
        <p:nvSpPr>
          <p:cNvPr id="3" name="Text Placeholder 2"/>
          <p:cNvSpPr>
            <a:spLocks noGrp="1"/>
          </p:cNvSpPr>
          <p:nvPr>
            <p:ph type="body" idx="1"/>
            <p:custDataLst>
              <p:tags r:id="rId17"/>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custDataLst>
              <p:tags r:id="rId18"/>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t>7/5/2026</a:t>
            </a:fld>
            <a:endParaRPr lang="en-US"/>
          </a:p>
        </p:txBody>
      </p:sp>
      <p:sp>
        <p:nvSpPr>
          <p:cNvPr id="5" name="Footer Placeholder 4"/>
          <p:cNvSpPr>
            <a:spLocks noGrp="1"/>
          </p:cNvSpPr>
          <p:nvPr>
            <p:ph type="ftr" sz="quarter" idx="3"/>
            <p:custDataLst>
              <p:tags r:id="rId19"/>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20"/>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t>‹Nº›</a:t>
            </a:fld>
            <a:endParaRPr lang="en-US" dirty="0"/>
          </a:p>
        </p:txBody>
      </p:sp>
    </p:spTree>
    <p:custDataLst>
      <p:tags r:id="rId15"/>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7"/>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p>
        </p:txBody>
      </p:sp>
      <p:sp>
        <p:nvSpPr>
          <p:cNvPr id="3" name="Text Placeholder 2"/>
          <p:cNvSpPr>
            <a:spLocks noGrp="1"/>
          </p:cNvSpPr>
          <p:nvPr>
            <p:ph type="body" idx="1"/>
            <p:custDataLst>
              <p:tags r:id="rId18"/>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custDataLst>
              <p:tags r:id="rId19"/>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t>7/5/2026</a:t>
            </a:fld>
            <a:endParaRPr lang="en-US"/>
          </a:p>
        </p:txBody>
      </p:sp>
      <p:sp>
        <p:nvSpPr>
          <p:cNvPr id="5" name="Footer Placeholder 4"/>
          <p:cNvSpPr>
            <a:spLocks noGrp="1"/>
          </p:cNvSpPr>
          <p:nvPr>
            <p:ph type="ftr" sz="quarter" idx="3"/>
            <p:custDataLst>
              <p:tags r:id="rId20"/>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21"/>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t>‹Nº›</a:t>
            </a:fld>
            <a:endParaRPr lang="en-US" dirty="0"/>
          </a:p>
        </p:txBody>
      </p:sp>
    </p:spTree>
    <p:custDataLst>
      <p:tags r:id="rId16"/>
    </p:custData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6.xml"/><Relationship Id="rId1" Type="http://schemas.openxmlformats.org/officeDocument/2006/relationships/tags" Target="../tags/tag13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8.xml"/><Relationship Id="rId1" Type="http://schemas.openxmlformats.org/officeDocument/2006/relationships/tags" Target="../tags/tag13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tags" Target="../tags/tag141.xml"/><Relationship Id="rId2" Type="http://schemas.openxmlformats.org/officeDocument/2006/relationships/tags" Target="../tags/tag140.xml"/><Relationship Id="rId1" Type="http://schemas.openxmlformats.org/officeDocument/2006/relationships/tags" Target="../tags/tag139.xml"/><Relationship Id="rId5" Type="http://schemas.openxmlformats.org/officeDocument/2006/relationships/image" Target="../media/image4.png"/><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3.xml"/><Relationship Id="rId1" Type="http://schemas.openxmlformats.org/officeDocument/2006/relationships/tags" Target="../tags/tag14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145.xml"/><Relationship Id="rId1" Type="http://schemas.openxmlformats.org/officeDocument/2006/relationships/tags" Target="../tags/tag144.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3"/>
          <p:cNvSpPr txBox="1"/>
          <p:nvPr/>
        </p:nvSpPr>
        <p:spPr>
          <a:xfrm>
            <a:off x="1661978" y="1327427"/>
            <a:ext cx="8617200" cy="1853200"/>
          </a:xfrm>
          <a:prstGeom prst="rect">
            <a:avLst/>
          </a:prstGeom>
          <a:noFill/>
          <a:ln>
            <a:noFill/>
          </a:ln>
        </p:spPr>
        <p:txBody>
          <a:bodyPr spcFirstLastPara="1" wrap="square" lIns="121900" tIns="121900" rIns="121900" bIns="121900" anchor="t" anchorCtr="0">
            <a:noAutofit/>
          </a:bodyPr>
          <a:lstStyle/>
          <a:p>
            <a:pPr algn="ctr"/>
            <a:r>
              <a:rPr lang="pt-BR" sz="9600" b="1" i="0" dirty="0">
                <a:effectLst/>
                <a:latin typeface="Plus Jakarta Sans"/>
              </a:rPr>
              <a:t>Data Science </a:t>
            </a:r>
          </a:p>
        </p:txBody>
      </p:sp>
      <p:pic>
        <p:nvPicPr>
          <p:cNvPr id="93" name="Google Shape;93;p23" title="logo gradient 1.png"/>
          <p:cNvPicPr preferRelativeResize="0"/>
          <p:nvPr/>
        </p:nvPicPr>
        <p:blipFill>
          <a:blip r:embed="rId3"/>
          <a:stretch>
            <a:fillRect/>
          </a:stretch>
        </p:blipFill>
        <p:spPr>
          <a:xfrm>
            <a:off x="5107737" y="6030867"/>
            <a:ext cx="2063933" cy="603000"/>
          </a:xfrm>
          <a:prstGeom prst="rect">
            <a:avLst/>
          </a:prstGeom>
          <a:noFill/>
          <a:ln>
            <a:noFill/>
          </a:ln>
        </p:spPr>
      </p:pic>
      <p:sp>
        <p:nvSpPr>
          <p:cNvPr id="94" name="Google Shape;94;p23"/>
          <p:cNvSpPr txBox="1"/>
          <p:nvPr/>
        </p:nvSpPr>
        <p:spPr>
          <a:xfrm>
            <a:off x="1831100" y="4717548"/>
            <a:ext cx="8617200" cy="4248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s-AR" sz="2800" b="1" i="0" dirty="0">
                <a:effectLst/>
                <a:latin typeface="Plus Jakarta Sans"/>
              </a:rPr>
              <a:t>Semana 10: Fundamentos de IA y Machine </a:t>
            </a:r>
            <a:r>
              <a:rPr lang="es-AR" sz="2800" b="1" i="0" dirty="0" err="1">
                <a:effectLst/>
                <a:latin typeface="Plus Jakarta Sans"/>
              </a:rPr>
              <a:t>Learning</a:t>
            </a:r>
            <a:endParaRPr lang="en-US" altLang="en-US" sz="2800" b="1" dirty="0">
              <a:solidFill>
                <a:srgbClr val="F8F2E8"/>
              </a:solidFill>
              <a:latin typeface="Plus Jakarta Sans Light"/>
              <a:ea typeface="Plus Jakarta Sans Light"/>
              <a:cs typeface="Plus Jakarta Sans Light"/>
              <a:sym typeface="Plus Jakarta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09CAA002-6618-4AE4-9355-5EFA7817A2A7}"/>
              </a:ext>
            </a:extLst>
          </p:cNvPr>
          <p:cNvGraphicFramePr>
            <a:graphicFrameLocks noGrp="1"/>
          </p:cNvGraphicFramePr>
          <p:nvPr>
            <p:extLst>
              <p:ext uri="{D42A27DB-BD31-4B8C-83A1-F6EECF244321}">
                <p14:modId xmlns:p14="http://schemas.microsoft.com/office/powerpoint/2010/main" val="1856045940"/>
              </p:ext>
            </p:extLst>
          </p:nvPr>
        </p:nvGraphicFramePr>
        <p:xfrm>
          <a:off x="765330" y="1366049"/>
          <a:ext cx="10969624" cy="3474720"/>
        </p:xfrm>
        <a:graphic>
          <a:graphicData uri="http://schemas.openxmlformats.org/drawingml/2006/table">
            <a:tbl>
              <a:tblPr/>
              <a:tblGrid>
                <a:gridCol w="2742406">
                  <a:extLst>
                    <a:ext uri="{9D8B030D-6E8A-4147-A177-3AD203B41FA5}">
                      <a16:colId xmlns:a16="http://schemas.microsoft.com/office/drawing/2014/main" val="3945373593"/>
                    </a:ext>
                  </a:extLst>
                </a:gridCol>
                <a:gridCol w="2742406">
                  <a:extLst>
                    <a:ext uri="{9D8B030D-6E8A-4147-A177-3AD203B41FA5}">
                      <a16:colId xmlns:a16="http://schemas.microsoft.com/office/drawing/2014/main" val="2664357770"/>
                    </a:ext>
                  </a:extLst>
                </a:gridCol>
                <a:gridCol w="2742406">
                  <a:extLst>
                    <a:ext uri="{9D8B030D-6E8A-4147-A177-3AD203B41FA5}">
                      <a16:colId xmlns:a16="http://schemas.microsoft.com/office/drawing/2014/main" val="3334489107"/>
                    </a:ext>
                  </a:extLst>
                </a:gridCol>
                <a:gridCol w="2742406">
                  <a:extLst>
                    <a:ext uri="{9D8B030D-6E8A-4147-A177-3AD203B41FA5}">
                      <a16:colId xmlns:a16="http://schemas.microsoft.com/office/drawing/2014/main" val="499369503"/>
                    </a:ext>
                  </a:extLst>
                </a:gridCol>
              </a:tblGrid>
              <a:tr h="0">
                <a:tc>
                  <a:txBody>
                    <a:bodyPr/>
                    <a:lstStyle/>
                    <a:p>
                      <a:r>
                        <a:rPr lang="es-AR" b="1">
                          <a:effectLst/>
                          <a:latin typeface="Google Sans Text"/>
                        </a:rPr>
                        <a:t>Bloque</a:t>
                      </a:r>
                      <a:endParaRPr lang="es-AR">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r>
                        <a:rPr lang="es-AR" b="1">
                          <a:effectLst/>
                          <a:latin typeface="Google Sans Text"/>
                        </a:rPr>
                        <a:t>Tiempo</a:t>
                      </a:r>
                      <a:endParaRPr lang="es-AR">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r>
                        <a:rPr lang="es-AR" b="1">
                          <a:effectLst/>
                          <a:latin typeface="Google Sans Text"/>
                        </a:rPr>
                        <a:t>Dinámica Interactiva</a:t>
                      </a:r>
                      <a:endParaRPr lang="es-AR">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r>
                        <a:rPr lang="es-AR" b="1">
                          <a:effectLst/>
                          <a:latin typeface="Google Sans Text"/>
                        </a:rPr>
                        <a:t>Conceptos Clave</a:t>
                      </a:r>
                      <a:endParaRPr lang="es-AR">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1232825249"/>
                  </a:ext>
                </a:extLst>
              </a:tr>
              <a:tr h="0">
                <a:tc>
                  <a:txBody>
                    <a:bodyPr/>
                    <a:lstStyle/>
                    <a:p>
                      <a:r>
                        <a:rPr lang="es-AR" b="1" dirty="0">
                          <a:effectLst/>
                          <a:latin typeface="Google Sans Text"/>
                        </a:rPr>
                        <a:t>1. El Rompehielos</a:t>
                      </a:r>
                      <a:endParaRPr lang="es-AR" dirty="0">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r>
                        <a:rPr lang="es-AR">
                          <a:effectLst/>
                          <a:latin typeface="Google Sans Text"/>
                        </a:rPr>
                        <a:t>10 min</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r>
                        <a:rPr lang="es-AR">
                          <a:effectLst/>
                          <a:latin typeface="Google Sans Text"/>
                        </a:rPr>
                        <a:t>Juego: "Adivina el Algoritmo"</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r>
                        <a:rPr lang="es-AR">
                          <a:effectLst/>
                          <a:latin typeface="Google Sans Text"/>
                        </a:rPr>
                        <a:t>Tipos de Aprendizaje</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893253130"/>
                  </a:ext>
                </a:extLst>
              </a:tr>
              <a:tr h="0">
                <a:tc>
                  <a:txBody>
                    <a:bodyPr/>
                    <a:lstStyle/>
                    <a:p>
                      <a:r>
                        <a:rPr lang="es-AR" b="1">
                          <a:effectLst/>
                          <a:latin typeface="Google Sans Text"/>
                        </a:rPr>
                        <a:t>2. El Laboratorio</a:t>
                      </a:r>
                      <a:endParaRPr lang="es-AR">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r>
                        <a:rPr lang="es-AR">
                          <a:effectLst/>
                          <a:latin typeface="Google Sans Text"/>
                        </a:rPr>
                        <a:t>15 min</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r>
                        <a:rPr lang="es-ES">
                          <a:effectLst/>
                          <a:latin typeface="Google Sans Text"/>
                        </a:rPr>
                        <a:t>Desafío: "Cocinar los datos" en vivo</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r>
                        <a:rPr lang="es-AR">
                          <a:effectLst/>
                          <a:latin typeface="Google Sans Text"/>
                        </a:rPr>
                        <a:t>Feature Engineering</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1202805001"/>
                  </a:ext>
                </a:extLst>
              </a:tr>
              <a:tr h="0">
                <a:tc>
                  <a:txBody>
                    <a:bodyPr/>
                    <a:lstStyle/>
                    <a:p>
                      <a:r>
                        <a:rPr lang="es-AR" b="1">
                          <a:effectLst/>
                          <a:latin typeface="Google Sans Text"/>
                        </a:rPr>
                        <a:t>3. El Dilema</a:t>
                      </a:r>
                      <a:endParaRPr lang="es-AR">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r>
                        <a:rPr lang="es-AR">
                          <a:effectLst/>
                          <a:latin typeface="Google Sans Text"/>
                        </a:rPr>
                        <a:t>15 min</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r>
                        <a:rPr lang="es-AR">
                          <a:effectLst/>
                          <a:latin typeface="Google Sans Text"/>
                        </a:rPr>
                        <a:t>Simulación: "El jefe desconfiado"</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r>
                        <a:rPr lang="es-AR">
                          <a:effectLst/>
                          <a:latin typeface="Google Sans Text"/>
                        </a:rPr>
                        <a:t>Validación y Métricas</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2158557507"/>
                  </a:ext>
                </a:extLst>
              </a:tr>
              <a:tr h="0">
                <a:tc>
                  <a:txBody>
                    <a:bodyPr/>
                    <a:lstStyle/>
                    <a:p>
                      <a:r>
                        <a:rPr lang="es-AR" b="1">
                          <a:effectLst/>
                          <a:latin typeface="Google Sans Text"/>
                        </a:rPr>
                        <a:t>4. El Gran Final</a:t>
                      </a:r>
                      <a:endParaRPr lang="es-AR">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r>
                        <a:rPr lang="es-AR">
                          <a:effectLst/>
                          <a:latin typeface="Google Sans Text"/>
                        </a:rPr>
                        <a:t>15 min</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r>
                        <a:rPr lang="es-ES">
                          <a:effectLst/>
                          <a:latin typeface="Google Sans Text"/>
                        </a:rPr>
                        <a:t>Hackeo en vivo: Exportar y "Vender" la IA</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r>
                        <a:rPr lang="es-AR">
                          <a:effectLst/>
                          <a:latin typeface="Google Sans Text"/>
                        </a:rPr>
                        <a:t>Despliegue, MVP y Cierre</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1738074987"/>
                  </a:ext>
                </a:extLst>
              </a:tr>
              <a:tr h="0">
                <a:tc>
                  <a:txBody>
                    <a:bodyPr/>
                    <a:lstStyle/>
                    <a:p>
                      <a:r>
                        <a:rPr lang="es-AR" b="1">
                          <a:effectLst/>
                          <a:latin typeface="Google Sans Text"/>
                        </a:rPr>
                        <a:t>5. Cierre</a:t>
                      </a:r>
                      <a:endParaRPr lang="es-AR">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r>
                        <a:rPr lang="es-AR">
                          <a:effectLst/>
                          <a:latin typeface="Google Sans Text"/>
                        </a:rPr>
                        <a:t>05 min</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r>
                        <a:rPr lang="es-AR">
                          <a:effectLst/>
                          <a:latin typeface="Google Sans Text"/>
                        </a:rPr>
                        <a:t>Aplauso final y feedback</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tc>
                  <a:txBody>
                    <a:bodyPr/>
                    <a:lstStyle/>
                    <a:p>
                      <a:r>
                        <a:rPr lang="es-AR" dirty="0">
                          <a:effectLst/>
                          <a:latin typeface="Google Sans Text"/>
                        </a:rPr>
                        <a:t>Conclusiones</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1656101652"/>
                  </a:ext>
                </a:extLst>
              </a:tr>
            </a:tbl>
          </a:graphicData>
        </a:graphic>
      </p:graphicFrame>
      <p:sp>
        <p:nvSpPr>
          <p:cNvPr id="3" name="Rectangle 1">
            <a:extLst>
              <a:ext uri="{FF2B5EF4-FFF2-40B4-BE49-F238E27FC236}">
                <a16:creationId xmlns:a16="http://schemas.microsoft.com/office/drawing/2014/main" id="{58D8E049-945E-4F4B-9E91-EB84F7A8FE3D}"/>
              </a:ext>
            </a:extLst>
          </p:cNvPr>
          <p:cNvSpPr>
            <a:spLocks noChangeArrowheads="1"/>
          </p:cNvSpPr>
          <p:nvPr/>
        </p:nvSpPr>
        <p:spPr bwMode="auto">
          <a:xfrm>
            <a:off x="765330" y="136668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200" b="1" i="0" u="none" strike="noStrike" cap="none" normalizeH="0" baseline="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anose="020B0604020202020204" pitchFamily="34"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7"/>
          <p:cNvSpPr txBox="1"/>
          <p:nvPr/>
        </p:nvSpPr>
        <p:spPr>
          <a:xfrm>
            <a:off x="8240033" y="418767"/>
            <a:ext cx="3507600" cy="22932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r>
              <a:rPr lang="en-US" sz="17335">
                <a:solidFill>
                  <a:srgbClr val="FDAB2E"/>
                </a:solidFill>
                <a:latin typeface="Plus Jakarta Sans ExtraBold"/>
                <a:ea typeface="Plus Jakarta Sans ExtraBold"/>
                <a:cs typeface="Plus Jakarta Sans ExtraBold"/>
                <a:sym typeface="Plus Jakarta Sans ExtraBold"/>
              </a:rPr>
              <a:t>01</a:t>
            </a:r>
            <a:endParaRPr sz="17335">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p:cNvSpPr txBox="1"/>
          <p:nvPr/>
        </p:nvSpPr>
        <p:spPr>
          <a:xfrm>
            <a:off x="855533" y="4449833"/>
            <a:ext cx="8617200" cy="1120400"/>
          </a:xfrm>
          <a:prstGeom prst="rect">
            <a:avLst/>
          </a:prstGeom>
          <a:noFill/>
          <a:ln>
            <a:noFill/>
          </a:ln>
        </p:spPr>
        <p:txBody>
          <a:bodyPr spcFirstLastPara="1" wrap="square" lIns="121900" tIns="121900" rIns="121900" bIns="121900" anchor="t" anchorCtr="0">
            <a:noAutofit/>
          </a:bodyPr>
          <a:lstStyle/>
          <a:p>
            <a:r>
              <a:rPr lang="es-AR" sz="6600" b="1" dirty="0">
                <a:effectLst/>
                <a:latin typeface="Google Sans Text"/>
              </a:rPr>
              <a:t>El Rompehielos</a:t>
            </a:r>
            <a:endParaRPr lang="es-AR" sz="6600" dirty="0">
              <a:effectLst/>
              <a:latin typeface="Google Sans Text"/>
            </a:endParaRPr>
          </a:p>
          <a:p>
            <a:pPr marL="0" lvl="0" indent="0" algn="l" rtl="0">
              <a:spcBef>
                <a:spcPts val="0"/>
              </a:spcBef>
              <a:spcAft>
                <a:spcPts val="0"/>
              </a:spcAft>
              <a:buNone/>
            </a:pPr>
            <a:endParaRPr lang="en-US" altLang="en-US" sz="6400" dirty="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2"/>
            </p:custDataLst>
          </p:nvPr>
        </p:nvSpPr>
        <p:spPr>
          <a:xfrm>
            <a:off x="611400" y="517007"/>
            <a:ext cx="10969200" cy="3425728"/>
          </a:xfrm>
        </p:spPr>
        <p:txBody>
          <a:bodyPr/>
          <a:lstStyle/>
          <a:p>
            <a:pPr marL="0" indent="0" algn="ctr">
              <a:buNone/>
            </a:pPr>
            <a:endParaRPr lang="en-US" altLang="en-US" sz="2800" dirty="0"/>
          </a:p>
          <a:p>
            <a:pPr marL="0" indent="0" algn="ctr">
              <a:buNone/>
            </a:pPr>
            <a:r>
              <a:rPr lang="en-US" altLang="en-US" sz="2800" dirty="0"/>
              <a:t>¡A </a:t>
            </a:r>
            <a:r>
              <a:rPr lang="en-US" altLang="en-US" sz="2800" dirty="0" err="1"/>
              <a:t>pensar</a:t>
            </a:r>
            <a:r>
              <a:rPr lang="en-US" altLang="en-US" sz="2800" dirty="0"/>
              <a:t>! </a:t>
            </a:r>
          </a:p>
          <a:p>
            <a:pPr marL="0" indent="0" algn="ctr">
              <a:buNone/>
            </a:pPr>
            <a:r>
              <a:rPr lang="es-ES" sz="2800" b="1" dirty="0"/>
              <a:t>Pregunta 1:</a:t>
            </a:r>
            <a:r>
              <a:rPr lang="es-ES" sz="2800" dirty="0"/>
              <a:t> </a:t>
            </a:r>
            <a:r>
              <a:rPr lang="es-ES" sz="2800" i="1" dirty="0"/>
              <a:t>"Queremos crear un filtro que detecte si un mail es Spam o No Spam basándonos en miles de mails que ya revisamos manualmente. ¿Qué es?"</a:t>
            </a:r>
            <a:endParaRPr lang="en-US" altLang="en-US" sz="2800" dirty="0"/>
          </a:p>
        </p:txBody>
      </p:sp>
      <p:sp>
        <p:nvSpPr>
          <p:cNvPr id="7" name="Content Placeholder 2">
            <a:extLst>
              <a:ext uri="{FF2B5EF4-FFF2-40B4-BE49-F238E27FC236}">
                <a16:creationId xmlns:a16="http://schemas.microsoft.com/office/drawing/2014/main" id="{0E2056D3-5B7C-4C02-9F82-84909710FD47}"/>
              </a:ext>
            </a:extLst>
          </p:cNvPr>
          <p:cNvSpPr txBox="1">
            <a:spLocks/>
          </p:cNvSpPr>
          <p:nvPr>
            <p:custDataLst>
              <p:tags r:id="rId3"/>
            </p:custDataLst>
          </p:nvPr>
        </p:nvSpPr>
        <p:spPr>
          <a:xfrm>
            <a:off x="611400" y="3942735"/>
            <a:ext cx="10969200" cy="1204452"/>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altLang="en-US" sz="2800" dirty="0"/>
          </a:p>
        </p:txBody>
      </p:sp>
      <p:sp>
        <p:nvSpPr>
          <p:cNvPr id="13" name="CuadroTexto 12">
            <a:extLst>
              <a:ext uri="{FF2B5EF4-FFF2-40B4-BE49-F238E27FC236}">
                <a16:creationId xmlns:a16="http://schemas.microsoft.com/office/drawing/2014/main" id="{719D9193-06CC-457F-A163-11DB2C10507E}"/>
              </a:ext>
            </a:extLst>
          </p:cNvPr>
          <p:cNvSpPr txBox="1"/>
          <p:nvPr/>
        </p:nvSpPr>
        <p:spPr>
          <a:xfrm>
            <a:off x="2067232" y="4271804"/>
            <a:ext cx="8057535" cy="830997"/>
          </a:xfrm>
          <a:prstGeom prst="rect">
            <a:avLst/>
          </a:prstGeom>
          <a:noFill/>
        </p:spPr>
        <p:txBody>
          <a:bodyPr wrap="square">
            <a:spAutoFit/>
          </a:bodyPr>
          <a:lstStyle/>
          <a:p>
            <a:r>
              <a:rPr lang="es-ES" sz="2400" b="1" dirty="0"/>
              <a:t>👉 Respuesta: </a:t>
            </a:r>
          </a:p>
          <a:p>
            <a:r>
              <a:rPr lang="es-ES" sz="2400" b="1" dirty="0"/>
              <a:t>Supervisado (Tenemos las etiquetas del pasado).</a:t>
            </a:r>
            <a:endParaRPr lang="es-AR" sz="2400" b="1" dirty="0"/>
          </a:p>
        </p:txBody>
      </p:sp>
    </p:spTree>
    <p:custDataLst>
      <p:tags r:id="rId1"/>
    </p:custDataLst>
    <p:extLst>
      <p:ext uri="{BB962C8B-B14F-4D97-AF65-F5344CB8AC3E}">
        <p14:creationId xmlns:p14="http://schemas.microsoft.com/office/powerpoint/2010/main" val="3629293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2"/>
            </p:custDataLst>
          </p:nvPr>
        </p:nvSpPr>
        <p:spPr>
          <a:xfrm>
            <a:off x="611400" y="517007"/>
            <a:ext cx="10969200" cy="3425728"/>
          </a:xfrm>
        </p:spPr>
        <p:txBody>
          <a:bodyPr>
            <a:normAutofit lnSpcReduction="10000"/>
          </a:bodyPr>
          <a:lstStyle/>
          <a:p>
            <a:pPr marL="0" indent="0" algn="ctr">
              <a:buNone/>
            </a:pPr>
            <a:endParaRPr lang="en-US" altLang="en-US" sz="2800" dirty="0"/>
          </a:p>
          <a:p>
            <a:pPr marL="0" indent="0" algn="ctr">
              <a:buNone/>
            </a:pPr>
            <a:r>
              <a:rPr lang="en-US" altLang="en-US" sz="2800" dirty="0"/>
              <a:t>¡A </a:t>
            </a:r>
            <a:r>
              <a:rPr lang="en-US" altLang="en-US" sz="2800" dirty="0" err="1"/>
              <a:t>pensar</a:t>
            </a:r>
            <a:r>
              <a:rPr lang="en-US" altLang="en-US" sz="2800" dirty="0"/>
              <a:t>! </a:t>
            </a:r>
          </a:p>
          <a:p>
            <a:pPr marL="0" indent="0" algn="ctr">
              <a:buNone/>
            </a:pPr>
            <a:r>
              <a:rPr lang="es-ES" sz="2800" b="1" dirty="0"/>
              <a:t>Pregunta 2:</a:t>
            </a:r>
            <a:r>
              <a:rPr lang="es-ES" sz="2800" dirty="0"/>
              <a:t> </a:t>
            </a:r>
            <a:r>
              <a:rPr lang="es-ES" sz="2800" i="1" dirty="0"/>
              <a:t>"Le damos a la IA todo el historial de compras de nuestros clientes para que los agrupe en 4 'tipos de personalidad' sin que nosotros le digamos las categorías. ¿Qué es?"</a:t>
            </a:r>
            <a:r>
              <a:rPr lang="es-ES" sz="2800" dirty="0"/>
              <a:t> </a:t>
            </a:r>
            <a:endParaRPr lang="en-US" altLang="en-US" sz="2800" dirty="0"/>
          </a:p>
        </p:txBody>
      </p:sp>
      <p:sp>
        <p:nvSpPr>
          <p:cNvPr id="7" name="Content Placeholder 2">
            <a:extLst>
              <a:ext uri="{FF2B5EF4-FFF2-40B4-BE49-F238E27FC236}">
                <a16:creationId xmlns:a16="http://schemas.microsoft.com/office/drawing/2014/main" id="{0E2056D3-5B7C-4C02-9F82-84909710FD47}"/>
              </a:ext>
            </a:extLst>
          </p:cNvPr>
          <p:cNvSpPr txBox="1">
            <a:spLocks/>
          </p:cNvSpPr>
          <p:nvPr>
            <p:custDataLst>
              <p:tags r:id="rId3"/>
            </p:custDataLst>
          </p:nvPr>
        </p:nvSpPr>
        <p:spPr>
          <a:xfrm>
            <a:off x="611400" y="3942735"/>
            <a:ext cx="10969200" cy="1204452"/>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altLang="en-US" sz="2800" dirty="0"/>
          </a:p>
        </p:txBody>
      </p:sp>
      <p:sp>
        <p:nvSpPr>
          <p:cNvPr id="13" name="CuadroTexto 12">
            <a:extLst>
              <a:ext uri="{FF2B5EF4-FFF2-40B4-BE49-F238E27FC236}">
                <a16:creationId xmlns:a16="http://schemas.microsoft.com/office/drawing/2014/main" id="{719D9193-06CC-457F-A163-11DB2C10507E}"/>
              </a:ext>
            </a:extLst>
          </p:cNvPr>
          <p:cNvSpPr txBox="1"/>
          <p:nvPr/>
        </p:nvSpPr>
        <p:spPr>
          <a:xfrm>
            <a:off x="2067232" y="4271804"/>
            <a:ext cx="8057535" cy="830997"/>
          </a:xfrm>
          <a:prstGeom prst="rect">
            <a:avLst/>
          </a:prstGeom>
          <a:noFill/>
        </p:spPr>
        <p:txBody>
          <a:bodyPr wrap="square">
            <a:spAutoFit/>
          </a:bodyPr>
          <a:lstStyle/>
          <a:p>
            <a:r>
              <a:rPr lang="es-ES" sz="2400" dirty="0"/>
              <a:t>👉 </a:t>
            </a:r>
            <a:r>
              <a:rPr lang="es-ES" sz="2400" b="1" dirty="0"/>
              <a:t>Respuesta:</a:t>
            </a:r>
            <a:r>
              <a:rPr lang="es-ES" sz="2400" dirty="0"/>
              <a:t> </a:t>
            </a:r>
          </a:p>
          <a:p>
            <a:r>
              <a:rPr lang="es-ES" sz="2400" b="1" dirty="0"/>
              <a:t>No Supervisado</a:t>
            </a:r>
            <a:r>
              <a:rPr lang="es-ES" sz="2400" dirty="0"/>
              <a:t> (Busca patrones ocultos).</a:t>
            </a:r>
            <a:endParaRPr lang="es-AR" sz="2400" b="1" dirty="0"/>
          </a:p>
        </p:txBody>
      </p:sp>
    </p:spTree>
    <p:custDataLst>
      <p:tags r:id="rId1"/>
    </p:custDataLst>
    <p:extLst>
      <p:ext uri="{BB962C8B-B14F-4D97-AF65-F5344CB8AC3E}">
        <p14:creationId xmlns:p14="http://schemas.microsoft.com/office/powerpoint/2010/main" val="36127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2"/>
            </p:custDataLst>
          </p:nvPr>
        </p:nvSpPr>
        <p:spPr>
          <a:xfrm>
            <a:off x="611400" y="517007"/>
            <a:ext cx="10969200" cy="3425728"/>
          </a:xfrm>
        </p:spPr>
        <p:txBody>
          <a:bodyPr>
            <a:normAutofit/>
          </a:bodyPr>
          <a:lstStyle/>
          <a:p>
            <a:pPr marL="0" indent="0" algn="ctr">
              <a:buNone/>
            </a:pPr>
            <a:endParaRPr lang="en-US" altLang="en-US" sz="2800" dirty="0"/>
          </a:p>
          <a:p>
            <a:pPr marL="0" indent="0" algn="ctr">
              <a:buNone/>
            </a:pPr>
            <a:r>
              <a:rPr lang="en-US" altLang="en-US" sz="2800" dirty="0"/>
              <a:t>¡A </a:t>
            </a:r>
            <a:r>
              <a:rPr lang="en-US" altLang="en-US" sz="2800" dirty="0" err="1"/>
              <a:t>pensar</a:t>
            </a:r>
            <a:r>
              <a:rPr lang="en-US" altLang="en-US" sz="2800" dirty="0"/>
              <a:t>! </a:t>
            </a:r>
          </a:p>
          <a:p>
            <a:pPr marL="0" indent="0" algn="ctr">
              <a:buNone/>
            </a:pPr>
            <a:r>
              <a:rPr lang="es-ES" sz="2800" b="1" dirty="0"/>
              <a:t>Pregunta 3:</a:t>
            </a:r>
            <a:r>
              <a:rPr lang="es-ES" sz="2800" dirty="0"/>
              <a:t> </a:t>
            </a:r>
            <a:r>
              <a:rPr lang="es-ES" sz="2800" i="1" dirty="0"/>
              <a:t>"Un robot intenta salir de un laberinto. Cada vez que choca pierde un punto, cada vez que avanza gana uno. Aprende solo chocándose. ¿Qué es?"</a:t>
            </a:r>
            <a:endParaRPr lang="en-US" altLang="en-US" sz="2800" dirty="0"/>
          </a:p>
        </p:txBody>
      </p:sp>
      <p:sp>
        <p:nvSpPr>
          <p:cNvPr id="7" name="Content Placeholder 2">
            <a:extLst>
              <a:ext uri="{FF2B5EF4-FFF2-40B4-BE49-F238E27FC236}">
                <a16:creationId xmlns:a16="http://schemas.microsoft.com/office/drawing/2014/main" id="{0E2056D3-5B7C-4C02-9F82-84909710FD47}"/>
              </a:ext>
            </a:extLst>
          </p:cNvPr>
          <p:cNvSpPr txBox="1">
            <a:spLocks/>
          </p:cNvSpPr>
          <p:nvPr>
            <p:custDataLst>
              <p:tags r:id="rId3"/>
            </p:custDataLst>
          </p:nvPr>
        </p:nvSpPr>
        <p:spPr>
          <a:xfrm>
            <a:off x="611400" y="3942735"/>
            <a:ext cx="10969200" cy="1204452"/>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altLang="en-US" sz="2800" dirty="0"/>
          </a:p>
        </p:txBody>
      </p:sp>
      <p:sp>
        <p:nvSpPr>
          <p:cNvPr id="13" name="CuadroTexto 12">
            <a:extLst>
              <a:ext uri="{FF2B5EF4-FFF2-40B4-BE49-F238E27FC236}">
                <a16:creationId xmlns:a16="http://schemas.microsoft.com/office/drawing/2014/main" id="{719D9193-06CC-457F-A163-11DB2C10507E}"/>
              </a:ext>
            </a:extLst>
          </p:cNvPr>
          <p:cNvSpPr txBox="1"/>
          <p:nvPr/>
        </p:nvSpPr>
        <p:spPr>
          <a:xfrm>
            <a:off x="2067232" y="4271804"/>
            <a:ext cx="8057535" cy="830997"/>
          </a:xfrm>
          <a:prstGeom prst="rect">
            <a:avLst/>
          </a:prstGeom>
          <a:noFill/>
        </p:spPr>
        <p:txBody>
          <a:bodyPr wrap="square">
            <a:spAutoFit/>
          </a:bodyPr>
          <a:lstStyle/>
          <a:p>
            <a:r>
              <a:rPr lang="es-ES" sz="2400" dirty="0"/>
              <a:t>👉 </a:t>
            </a:r>
            <a:r>
              <a:rPr lang="es-ES" sz="2400" b="1" dirty="0"/>
              <a:t>Respuesta:</a:t>
            </a:r>
            <a:r>
              <a:rPr lang="es-ES" sz="2400" dirty="0"/>
              <a:t> </a:t>
            </a:r>
          </a:p>
          <a:p>
            <a:r>
              <a:rPr lang="es-ES" sz="2400" b="1" dirty="0"/>
              <a:t>Por Refuerzo</a:t>
            </a:r>
            <a:r>
              <a:rPr lang="es-ES" sz="2400" dirty="0"/>
              <a:t> (Premio y castigo).</a:t>
            </a:r>
            <a:endParaRPr lang="es-AR" sz="2400" b="1" dirty="0"/>
          </a:p>
        </p:txBody>
      </p:sp>
    </p:spTree>
    <p:custDataLst>
      <p:tags r:id="rId1"/>
    </p:custDataLst>
    <p:extLst>
      <p:ext uri="{BB962C8B-B14F-4D97-AF65-F5344CB8AC3E}">
        <p14:creationId xmlns:p14="http://schemas.microsoft.com/office/powerpoint/2010/main" val="904000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7"/>
          <p:cNvSpPr txBox="1"/>
          <p:nvPr/>
        </p:nvSpPr>
        <p:spPr>
          <a:xfrm>
            <a:off x="8240033" y="418767"/>
            <a:ext cx="3507600" cy="22932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r>
              <a:rPr lang="en-US" sz="17335">
                <a:solidFill>
                  <a:srgbClr val="FDAB2E"/>
                </a:solidFill>
                <a:latin typeface="Plus Jakarta Sans ExtraBold"/>
                <a:ea typeface="Plus Jakarta Sans ExtraBold"/>
                <a:cs typeface="Plus Jakarta Sans ExtraBold"/>
                <a:sym typeface="Plus Jakarta Sans ExtraBold"/>
              </a:rPr>
              <a:t>0</a:t>
            </a:r>
            <a:r>
              <a:rPr lang="es-AR" altLang="en-US" sz="17335">
                <a:solidFill>
                  <a:srgbClr val="FDAB2E"/>
                </a:solidFill>
                <a:latin typeface="Plus Jakarta Sans ExtraBold"/>
                <a:ea typeface="Plus Jakarta Sans ExtraBold"/>
                <a:cs typeface="Plus Jakarta Sans ExtraBold"/>
                <a:sym typeface="Plus Jakarta Sans ExtraBold"/>
              </a:rPr>
              <a:t>2</a:t>
            </a:r>
          </a:p>
        </p:txBody>
      </p:sp>
      <p:sp>
        <p:nvSpPr>
          <p:cNvPr id="236" name="Google Shape;236;p37"/>
          <p:cNvSpPr txBox="1"/>
          <p:nvPr/>
        </p:nvSpPr>
        <p:spPr>
          <a:xfrm>
            <a:off x="827405" y="3541395"/>
            <a:ext cx="10598150" cy="2028825"/>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s-ES" sz="6000" dirty="0"/>
              <a:t>El Laboratorio:</a:t>
            </a:r>
          </a:p>
          <a:p>
            <a:pPr marL="0" lvl="0" indent="0" algn="l" rtl="0">
              <a:spcBef>
                <a:spcPts val="0"/>
              </a:spcBef>
              <a:spcAft>
                <a:spcPts val="0"/>
              </a:spcAft>
              <a:buNone/>
            </a:pPr>
            <a:r>
              <a:rPr lang="es-ES" sz="6000" dirty="0"/>
              <a:t>"Cocinar los datos" (15 min)</a:t>
            </a:r>
            <a:endParaRPr lang="en-US" altLang="en-US" sz="6000" dirty="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Google Shape;108;p25"/>
          <p:cNvSpPr/>
          <p:nvPr/>
        </p:nvSpPr>
        <p:spPr>
          <a:xfrm>
            <a:off x="450850" y="186690"/>
            <a:ext cx="11021060" cy="1400175"/>
          </a:xfrm>
          <a:prstGeom prst="roundRect">
            <a:avLst>
              <a:gd name="adj" fmla="val 16667"/>
            </a:avLst>
          </a:prstGeom>
          <a:solidFill>
            <a:srgbClr val="2607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bg1"/>
              </a:solidFill>
              <a:latin typeface="Plus Jakarta Sans"/>
              <a:ea typeface="Plus Jakarta Sans"/>
              <a:cs typeface="Plus Jakarta Sans"/>
              <a:sym typeface="Plus Jakarta Sans"/>
            </a:endParaRPr>
          </a:p>
          <a:p>
            <a:pPr marL="0" lvl="0" indent="0" algn="ctr" rtl="0">
              <a:spcBef>
                <a:spcPts val="0"/>
              </a:spcBef>
              <a:spcAft>
                <a:spcPts val="0"/>
              </a:spcAft>
              <a:buNone/>
            </a:pPr>
            <a:endParaRPr>
              <a:solidFill>
                <a:schemeClr val="bg1"/>
              </a:solidFill>
              <a:latin typeface="Plus Jakarta Sans"/>
              <a:ea typeface="Plus Jakarta Sans"/>
              <a:cs typeface="Plus Jakarta Sans"/>
              <a:sym typeface="Plus Jakarta Sans"/>
            </a:endParaRPr>
          </a:p>
          <a:p>
            <a:pPr marL="0" lvl="0" indent="0" algn="ctr" rtl="0">
              <a:spcBef>
                <a:spcPts val="0"/>
              </a:spcBef>
              <a:spcAft>
                <a:spcPts val="0"/>
              </a:spcAft>
              <a:buClr>
                <a:schemeClr val="dk1"/>
              </a:buClr>
              <a:buSzPts val="1100"/>
              <a:buFont typeface="Arial" panose="020B0604020202020204"/>
              <a:buNone/>
            </a:pPr>
            <a:endParaRPr>
              <a:solidFill>
                <a:schemeClr val="bg1"/>
              </a:solidFill>
              <a:latin typeface="Plus Jakarta Sans"/>
              <a:ea typeface="Plus Jakarta Sans"/>
              <a:cs typeface="Plus Jakarta Sans"/>
              <a:sym typeface="Plus Jakarta Sans"/>
            </a:endParaRPr>
          </a:p>
          <a:p>
            <a:pPr marL="0" lvl="0" indent="0" algn="ctr" rtl="0">
              <a:spcBef>
                <a:spcPts val="0"/>
              </a:spcBef>
              <a:spcAft>
                <a:spcPts val="0"/>
              </a:spcAft>
              <a:buClr>
                <a:schemeClr val="dk1"/>
              </a:buClr>
              <a:buSzPts val="1100"/>
              <a:buFont typeface="Arial" panose="020B0604020202020204"/>
              <a:buNone/>
            </a:pPr>
            <a:endParaRPr>
              <a:solidFill>
                <a:schemeClr val="bg1"/>
              </a:solidFill>
              <a:latin typeface="Plus Jakarta Sans"/>
              <a:ea typeface="Plus Jakarta Sans"/>
              <a:cs typeface="Plus Jakarta Sans"/>
              <a:sym typeface="Plus Jakarta Sans"/>
            </a:endParaRPr>
          </a:p>
          <a:p>
            <a:pPr marL="0" lvl="0" indent="0" algn="ctr" rtl="0">
              <a:spcBef>
                <a:spcPts val="0"/>
              </a:spcBef>
              <a:spcAft>
                <a:spcPts val="0"/>
              </a:spcAft>
              <a:buNone/>
            </a:pPr>
            <a:endParaRPr sz="900">
              <a:solidFill>
                <a:schemeClr val="bg1"/>
              </a:solidFill>
              <a:latin typeface="Plus Jakarta Sans"/>
              <a:ea typeface="Plus Jakarta Sans"/>
              <a:cs typeface="Plus Jakarta Sans"/>
              <a:sym typeface="Plus Jakarta Sans"/>
            </a:endParaRPr>
          </a:p>
          <a:p>
            <a:pPr marL="0" lvl="0" indent="0" algn="ctr" rtl="0">
              <a:spcBef>
                <a:spcPts val="0"/>
              </a:spcBef>
              <a:spcAft>
                <a:spcPts val="0"/>
              </a:spcAft>
              <a:buNone/>
            </a:pPr>
            <a:endParaRPr sz="900">
              <a:solidFill>
                <a:schemeClr val="bg1"/>
              </a:solidFill>
              <a:latin typeface="Plus Jakarta Sans"/>
              <a:ea typeface="Plus Jakarta Sans"/>
              <a:cs typeface="Plus Jakarta Sans"/>
              <a:sym typeface="Plus Jakarta Sans"/>
            </a:endParaRPr>
          </a:p>
          <a:p>
            <a:pPr marL="0" lvl="0" indent="0" algn="ctr" rtl="0">
              <a:spcBef>
                <a:spcPts val="0"/>
              </a:spcBef>
              <a:spcAft>
                <a:spcPts val="0"/>
              </a:spcAft>
              <a:buClr>
                <a:schemeClr val="dk1"/>
              </a:buClr>
              <a:buSzPts val="1100"/>
              <a:buFont typeface="Arial" panose="020B0604020202020204"/>
              <a:buNone/>
            </a:pPr>
            <a:endParaRPr sz="900">
              <a:solidFill>
                <a:schemeClr val="bg1"/>
              </a:solidFill>
              <a:latin typeface="Plus Jakarta Sans"/>
              <a:ea typeface="Plus Jakarta Sans"/>
              <a:cs typeface="Plus Jakarta Sans"/>
              <a:sym typeface="Plus Jakarta Sans"/>
            </a:endParaRPr>
          </a:p>
          <a:p>
            <a:pPr marL="0" lvl="0" indent="0" algn="ctr" rtl="0">
              <a:spcBef>
                <a:spcPts val="0"/>
              </a:spcBef>
              <a:spcAft>
                <a:spcPts val="0"/>
              </a:spcAft>
              <a:buNone/>
            </a:pPr>
            <a:endParaRPr>
              <a:solidFill>
                <a:schemeClr val="bg1"/>
              </a:solidFill>
              <a:latin typeface="Plus Jakarta Sans"/>
              <a:ea typeface="Plus Jakarta Sans"/>
              <a:cs typeface="Plus Jakarta Sans"/>
              <a:sym typeface="Plus Jakarta Sans"/>
            </a:endParaRPr>
          </a:p>
        </p:txBody>
      </p:sp>
      <p:sp>
        <p:nvSpPr>
          <p:cNvPr id="2" name="Title 1"/>
          <p:cNvSpPr>
            <a:spLocks noGrp="1"/>
          </p:cNvSpPr>
          <p:nvPr>
            <p:ph type="title"/>
            <p:custDataLst>
              <p:tags r:id="rId2"/>
            </p:custDataLst>
          </p:nvPr>
        </p:nvSpPr>
        <p:spPr/>
        <p:txBody>
          <a:bodyPr>
            <a:normAutofit fontScale="90000"/>
          </a:bodyPr>
          <a:lstStyle/>
          <a:p>
            <a:r>
              <a:rPr lang="es-ES" dirty="0">
                <a:solidFill>
                  <a:schemeClr val="bg1"/>
                </a:solidFill>
              </a:rPr>
              <a:t>2. El Laboratorio: "Cocinar los datos" (15 min)</a:t>
            </a:r>
            <a:endParaRPr lang="en-US" altLang="en-US" dirty="0">
              <a:solidFill>
                <a:schemeClr val="bg1"/>
              </a:solidFill>
            </a:endParaRPr>
          </a:p>
        </p:txBody>
      </p:sp>
      <p:sp>
        <p:nvSpPr>
          <p:cNvPr id="4" name="Marcador de contenido 3">
            <a:extLst>
              <a:ext uri="{FF2B5EF4-FFF2-40B4-BE49-F238E27FC236}">
                <a16:creationId xmlns:a16="http://schemas.microsoft.com/office/drawing/2014/main" id="{A368E6CA-6DF1-40CD-A6BC-FD9048019E75}"/>
              </a:ext>
            </a:extLst>
          </p:cNvPr>
          <p:cNvSpPr>
            <a:spLocks noGrp="1"/>
          </p:cNvSpPr>
          <p:nvPr>
            <p:ph idx="1"/>
          </p:nvPr>
        </p:nvSpPr>
        <p:spPr/>
        <p:txBody>
          <a:bodyPr/>
          <a:lstStyle/>
          <a:p>
            <a:r>
              <a:rPr lang="es-ES" b="1" dirty="0"/>
              <a:t>Caso de uso:</a:t>
            </a:r>
            <a:r>
              <a:rPr lang="es-ES" dirty="0"/>
              <a:t> </a:t>
            </a:r>
          </a:p>
          <a:p>
            <a:pPr marL="0" indent="0">
              <a:buNone/>
            </a:pPr>
            <a:r>
              <a:rPr lang="es-ES" i="1" dirty="0"/>
              <a:t>"Gente, hoy nos contrataron de una plataforma de </a:t>
            </a:r>
            <a:r>
              <a:rPr lang="es-ES" i="1" dirty="0" err="1"/>
              <a:t>streaming</a:t>
            </a:r>
            <a:r>
              <a:rPr lang="es-ES" i="1" dirty="0"/>
              <a:t> de música (estilo Spotify). Queremos predecir si un usuario va a cancelar su suscripción Premium el mes que viene (</a:t>
            </a:r>
            <a:r>
              <a:rPr lang="es-ES" i="1" dirty="0" err="1"/>
              <a:t>Churn</a:t>
            </a:r>
            <a:r>
              <a:rPr lang="es-ES" i="1" dirty="0"/>
              <a:t>)"</a:t>
            </a:r>
            <a:r>
              <a:rPr lang="es-ES" dirty="0"/>
              <a:t>.</a:t>
            </a:r>
          </a:p>
          <a:p>
            <a:r>
              <a:rPr lang="es-ES" dirty="0"/>
              <a:t>Abre tu </a:t>
            </a:r>
            <a:r>
              <a:rPr lang="es-ES" dirty="0" err="1"/>
              <a:t>Colab</a:t>
            </a:r>
            <a:r>
              <a:rPr lang="es-ES" dirty="0"/>
              <a:t>. Diles: </a:t>
            </a:r>
          </a:p>
          <a:p>
            <a:pPr marL="0" indent="0">
              <a:buNone/>
            </a:pPr>
            <a:r>
              <a:rPr lang="es-ES" i="1" dirty="0"/>
              <a:t>"La IA no entiende qué es un teléfono iPhone o un plan Familiar. Hay que traducirle el mundo"</a:t>
            </a:r>
            <a:r>
              <a:rPr lang="es-ES" dirty="0"/>
              <a:t>.</a:t>
            </a:r>
          </a:p>
          <a:p>
            <a:r>
              <a:rPr lang="es-ES" b="1" dirty="0"/>
              <a:t>💻 Práctica Interactiva en Vivo:</a:t>
            </a:r>
          </a:p>
          <a:p>
            <a:endParaRPr lang="es-AR"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7"/>
          <p:cNvSpPr txBox="1"/>
          <p:nvPr/>
        </p:nvSpPr>
        <p:spPr>
          <a:xfrm>
            <a:off x="8240033" y="418767"/>
            <a:ext cx="3507600" cy="22932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r>
              <a:rPr lang="en-US" sz="17335">
                <a:solidFill>
                  <a:srgbClr val="FDAB2E"/>
                </a:solidFill>
                <a:latin typeface="Plus Jakarta Sans ExtraBold"/>
                <a:ea typeface="Plus Jakarta Sans ExtraBold"/>
                <a:cs typeface="Plus Jakarta Sans ExtraBold"/>
                <a:sym typeface="Plus Jakarta Sans ExtraBold"/>
              </a:rPr>
              <a:t>0</a:t>
            </a:r>
            <a:r>
              <a:rPr lang="es-AR" altLang="en-US" sz="17335">
                <a:solidFill>
                  <a:srgbClr val="FDAB2E"/>
                </a:solidFill>
                <a:latin typeface="Plus Jakarta Sans ExtraBold"/>
                <a:ea typeface="Plus Jakarta Sans ExtraBold"/>
                <a:cs typeface="Plus Jakarta Sans ExtraBold"/>
                <a:sym typeface="Plus Jakarta Sans ExtraBold"/>
              </a:rPr>
              <a:t>3</a:t>
            </a:r>
          </a:p>
        </p:txBody>
      </p:sp>
      <p:sp>
        <p:nvSpPr>
          <p:cNvPr id="236" name="Google Shape;236;p37"/>
          <p:cNvSpPr txBox="1"/>
          <p:nvPr/>
        </p:nvSpPr>
        <p:spPr>
          <a:xfrm>
            <a:off x="827405" y="3541395"/>
            <a:ext cx="10598150" cy="2028825"/>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s-ES" sz="4800" dirty="0"/>
              <a:t>El Dilema del Jefe Desconfiado </a:t>
            </a:r>
          </a:p>
          <a:p>
            <a:pPr marL="0" lvl="0" indent="0" algn="l" rtl="0">
              <a:spcBef>
                <a:spcPts val="0"/>
              </a:spcBef>
              <a:spcAft>
                <a:spcPts val="0"/>
              </a:spcAft>
              <a:buNone/>
            </a:pPr>
            <a:r>
              <a:rPr lang="es-ES" sz="4800" dirty="0"/>
              <a:t>(15 min)</a:t>
            </a:r>
            <a:endParaRPr lang="en-US" altLang="en-US" sz="4800" dirty="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Google Shape;108;p25"/>
          <p:cNvSpPr/>
          <p:nvPr/>
        </p:nvSpPr>
        <p:spPr>
          <a:xfrm>
            <a:off x="450850" y="186690"/>
            <a:ext cx="11021060" cy="1400175"/>
          </a:xfrm>
          <a:prstGeom prst="roundRect">
            <a:avLst>
              <a:gd name="adj" fmla="val 16667"/>
            </a:avLst>
          </a:prstGeom>
          <a:solidFill>
            <a:srgbClr val="2607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None/>
            </a:pPr>
            <a:endParaRPr>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Clr>
                <a:schemeClr val="dk1"/>
              </a:buClr>
              <a:buSzPts val="1100"/>
              <a:buFont typeface="Arial" panose="020B0604020202020204"/>
              <a:buNone/>
            </a:pPr>
            <a:endParaRPr>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Clr>
                <a:schemeClr val="dk1"/>
              </a:buClr>
              <a:buSzPts val="1100"/>
              <a:buFont typeface="Arial" panose="020B0604020202020204"/>
              <a:buNone/>
            </a:pPr>
            <a:endParaRPr>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None/>
            </a:pPr>
            <a:endParaRPr sz="900">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None/>
            </a:pPr>
            <a:endParaRPr sz="900">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Clr>
                <a:schemeClr val="dk1"/>
              </a:buClr>
              <a:buSzPts val="1100"/>
              <a:buFont typeface="Arial" panose="020B0604020202020204"/>
              <a:buNone/>
            </a:pPr>
            <a:endParaRPr sz="900">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None/>
            </a:pPr>
            <a:endParaRPr>
              <a:solidFill>
                <a:srgbClr val="F8F2E8"/>
              </a:solidFill>
              <a:latin typeface="Plus Jakarta Sans"/>
              <a:ea typeface="Plus Jakarta Sans"/>
              <a:cs typeface="Plus Jakarta Sans"/>
              <a:sym typeface="Plus Jakarta Sans"/>
            </a:endParaRPr>
          </a:p>
        </p:txBody>
      </p:sp>
      <p:sp>
        <p:nvSpPr>
          <p:cNvPr id="2" name="Title 1"/>
          <p:cNvSpPr>
            <a:spLocks noGrp="1"/>
          </p:cNvSpPr>
          <p:nvPr>
            <p:ph type="title"/>
            <p:custDataLst>
              <p:tags r:id="rId2"/>
            </p:custDataLst>
          </p:nvPr>
        </p:nvSpPr>
        <p:spPr/>
        <p:txBody>
          <a:bodyPr>
            <a:normAutofit/>
          </a:bodyPr>
          <a:lstStyle/>
          <a:p>
            <a:r>
              <a:rPr lang="es-ES" b="1" dirty="0">
                <a:solidFill>
                  <a:schemeClr val="bg1"/>
                </a:solidFill>
              </a:rPr>
              <a:t>3. El Dilema del Jefe Desconfiado (15 min)</a:t>
            </a:r>
          </a:p>
        </p:txBody>
      </p:sp>
      <p:sp>
        <p:nvSpPr>
          <p:cNvPr id="9" name="Rectangle 4">
            <a:extLst>
              <a:ext uri="{FF2B5EF4-FFF2-40B4-BE49-F238E27FC236}">
                <a16:creationId xmlns:a16="http://schemas.microsoft.com/office/drawing/2014/main" id="{57C6D5BF-2F16-41BD-962B-864BDAF64CDA}"/>
              </a:ext>
            </a:extLst>
          </p:cNvPr>
          <p:cNvSpPr>
            <a:spLocks noGrp="1" noChangeArrowheads="1"/>
          </p:cNvSpPr>
          <p:nvPr>
            <p:ph idx="1"/>
          </p:nvPr>
        </p:nvSpPr>
        <p:spPr bwMode="auto">
          <a:xfrm>
            <a:off x="608400" y="1684792"/>
            <a:ext cx="10639703"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0" i="0" u="none" strike="noStrike" cap="none" normalizeH="0" baseline="0" dirty="0">
                <a:ln>
                  <a:noFill/>
                </a:ln>
                <a:solidFill>
                  <a:schemeClr val="tx1"/>
                </a:solidFill>
                <a:effectLst/>
                <a:latin typeface="Arial" panose="020B0604020202020204" pitchFamily="34" charset="0"/>
              </a:rPr>
              <a:t>Aquí unimos </a:t>
            </a:r>
            <a:r>
              <a:rPr kumimoji="0" lang="es-AR" altLang="es-AR" sz="1800" b="1" i="0" u="none" strike="noStrike" cap="none" normalizeH="0" baseline="0" dirty="0">
                <a:ln>
                  <a:noFill/>
                </a:ln>
                <a:solidFill>
                  <a:schemeClr val="tx1"/>
                </a:solidFill>
                <a:effectLst/>
                <a:latin typeface="Arial" panose="020B0604020202020204" pitchFamily="34" charset="0"/>
              </a:rPr>
              <a:t>Validación</a:t>
            </a:r>
            <a:r>
              <a:rPr kumimoji="0" lang="es-AR" altLang="es-AR" sz="1800" b="0" i="0" u="none" strike="noStrike" cap="none" normalizeH="0" baseline="0" dirty="0">
                <a:ln>
                  <a:noFill/>
                </a:ln>
                <a:solidFill>
                  <a:schemeClr val="tx1"/>
                </a:solidFill>
                <a:effectLst/>
                <a:latin typeface="Arial" panose="020B0604020202020204" pitchFamily="34" charset="0"/>
              </a:rPr>
              <a:t> y </a:t>
            </a:r>
            <a:r>
              <a:rPr kumimoji="0" lang="es-AR" altLang="es-AR" sz="1800" b="1" i="0" u="none" strike="noStrike" cap="none" normalizeH="0" baseline="0" dirty="0">
                <a:ln>
                  <a:noFill/>
                </a:ln>
                <a:solidFill>
                  <a:schemeClr val="tx1"/>
                </a:solidFill>
                <a:effectLst/>
                <a:latin typeface="Arial" panose="020B0604020202020204" pitchFamily="34" charset="0"/>
              </a:rPr>
              <a:t>Métricas</a:t>
            </a:r>
            <a:r>
              <a:rPr kumimoji="0" lang="es-AR" altLang="es-AR" sz="1800" b="0" i="0" u="none" strike="noStrike" cap="none" normalizeH="0" baseline="0" dirty="0">
                <a:ln>
                  <a:noFill/>
                </a:ln>
                <a:solidFill>
                  <a:schemeClr val="tx1"/>
                </a:solidFill>
                <a:effectLst/>
                <a:latin typeface="Arial" panose="020B0604020202020204" pitchFamily="34" charset="0"/>
              </a:rPr>
              <a:t> con una historia/juego de rol.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0" i="0" u="none" strike="noStrike" cap="none" normalizeH="0" baseline="0" dirty="0">
                <a:ln>
                  <a:noFill/>
                </a:ln>
                <a:solidFill>
                  <a:schemeClr val="tx1"/>
                </a:solidFill>
                <a:effectLst/>
                <a:latin typeface="Arial" panose="020B0604020202020204" pitchFamily="34" charset="0"/>
              </a:rPr>
              <a:t>🎭 </a:t>
            </a:r>
            <a:r>
              <a:rPr kumimoji="0" lang="es-AR" altLang="es-AR" sz="1800" b="1" i="0" u="none" strike="noStrike" cap="none" normalizeH="0" baseline="0" dirty="0">
                <a:ln>
                  <a:noFill/>
                </a:ln>
                <a:solidFill>
                  <a:schemeClr val="tx1"/>
                </a:solidFill>
                <a:effectLst/>
                <a:latin typeface="Arial" panose="020B0604020202020204" pitchFamily="34" charset="0"/>
              </a:rPr>
              <a:t>Mini juego de rol:</a:t>
            </a:r>
            <a:r>
              <a:rPr kumimoji="0" lang="es-AR" altLang="es-AR"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0" i="1" u="none" strike="noStrike" cap="none" normalizeH="0" baseline="0" dirty="0">
                <a:ln>
                  <a:noFill/>
                </a:ln>
                <a:solidFill>
                  <a:schemeClr val="tx1"/>
                </a:solidFill>
                <a:effectLst/>
                <a:latin typeface="Arial" panose="020B0604020202020204" pitchFamily="34" charset="0"/>
              </a:rPr>
              <a:t>"Imaginen que entrenamos el modelo con estos 5 usuarios y logramos que adivine el 100% de los casos.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800" b="0" i="1"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0" i="1" u="none" strike="noStrike" cap="none" normalizeH="0" baseline="0" dirty="0">
                <a:ln>
                  <a:noFill/>
                </a:ln>
                <a:solidFill>
                  <a:schemeClr val="tx1"/>
                </a:solidFill>
                <a:effectLst/>
                <a:latin typeface="Arial" panose="020B0604020202020204" pitchFamily="34" charset="0"/>
              </a:rPr>
              <a:t>Vamos felices con el gerente y nos dice: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0" i="1" u="none" strike="noStrike" cap="none" normalizeH="0" baseline="0" dirty="0">
                <a:ln>
                  <a:noFill/>
                </a:ln>
                <a:solidFill>
                  <a:schemeClr val="tx1"/>
                </a:solidFill>
                <a:effectLst/>
                <a:latin typeface="Arial" panose="020B0604020202020204" pitchFamily="34" charset="0"/>
              </a:rPr>
              <a:t>'Claro, el modelo memorizó las respuestas de esos usuarios porque ya los conoce.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0" i="1" u="none" strike="noStrike" cap="none" normalizeH="0" baseline="0" dirty="0">
                <a:ln>
                  <a:noFill/>
                </a:ln>
                <a:solidFill>
                  <a:schemeClr val="tx1"/>
                </a:solidFill>
                <a:effectLst/>
                <a:latin typeface="Arial" panose="020B0604020202020204" pitchFamily="34" charset="0"/>
              </a:rPr>
              <a:t>¿Cómo sé que funcionará mañana con usuarios nuevos?’”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1" i="0" u="none" strike="noStrike" cap="none" normalizeH="0" baseline="0" dirty="0">
                <a:ln>
                  <a:noFill/>
                </a:ln>
                <a:solidFill>
                  <a:schemeClr val="tx1"/>
                </a:solidFill>
                <a:effectLst/>
                <a:latin typeface="Arial" panose="020B0604020202020204" pitchFamily="34" charset="0"/>
              </a:rPr>
              <a:t>Train/Test Split</a:t>
            </a:r>
            <a:r>
              <a:rPr kumimoji="0" lang="es-AR" altLang="es-AR" sz="1800" b="0" i="0" u="none" strike="noStrike" cap="none" normalizeH="0" baseline="0" dirty="0">
                <a:ln>
                  <a:noFill/>
                </a:ln>
                <a:solidFill>
                  <a:schemeClr val="tx1"/>
                </a:solidFill>
                <a:effectLst/>
                <a:latin typeface="Arial" panose="020B0604020202020204" pitchFamily="34" charset="0"/>
              </a:rPr>
              <a:t> y </a:t>
            </a:r>
            <a:r>
              <a:rPr kumimoji="0" lang="es-AR" altLang="es-AR" sz="1800" b="1" i="0" u="none" strike="noStrike" cap="none" normalizeH="0" baseline="0" dirty="0">
                <a:ln>
                  <a:noFill/>
                </a:ln>
                <a:solidFill>
                  <a:schemeClr val="tx1"/>
                </a:solidFill>
                <a:effectLst/>
                <a:latin typeface="Arial" panose="020B0604020202020204" pitchFamily="34" charset="0"/>
              </a:rPr>
              <a:t>K-</a:t>
            </a:r>
            <a:r>
              <a:rPr kumimoji="0" lang="es-AR" altLang="es-AR" sz="1800" b="1" i="0" u="none" strike="noStrike" cap="none" normalizeH="0" baseline="0" dirty="0" err="1">
                <a:ln>
                  <a:noFill/>
                </a:ln>
                <a:solidFill>
                  <a:schemeClr val="tx1"/>
                </a:solidFill>
                <a:effectLst/>
                <a:latin typeface="Arial" panose="020B0604020202020204" pitchFamily="34" charset="0"/>
              </a:rPr>
              <a:t>Fold</a:t>
            </a:r>
            <a:r>
              <a:rPr kumimoji="0" lang="es-AR" altLang="es-AR" sz="1800" b="0" i="0" u="none" strike="noStrike" cap="none" normalizeH="0" baseline="0" dirty="0">
                <a:ln>
                  <a:noFill/>
                </a:ln>
                <a:solidFill>
                  <a:schemeClr val="tx1"/>
                </a:solidFill>
                <a:effectLst/>
                <a:latin typeface="Arial" panose="020B0604020202020204" pitchFamily="34" charset="0"/>
              </a:rPr>
              <a:t> el escudo de los científicos de datos.</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600" b="1" i="0" u="none" strike="noStrike" cap="none" normalizeH="0" baseline="0" dirty="0">
                <a:ln>
                  <a:noFill/>
                </a:ln>
                <a:solidFill>
                  <a:schemeClr val="tx1"/>
                </a:solidFill>
                <a:effectLst/>
                <a:latin typeface="Arial" panose="020B0604020202020204" pitchFamily="34" charset="0"/>
              </a:rPr>
              <a:t>💻 Código Exprés de Validación </a:t>
            </a:r>
            <a:r>
              <a:rPr kumimoji="0" lang="es-AR" altLang="es-AR" sz="2000" b="1" i="0" u="none" strike="noStrike" cap="none" normalizeH="0" baseline="0" dirty="0">
                <a:ln>
                  <a:noFill/>
                </a:ln>
                <a:solidFill>
                  <a:schemeClr val="tx1"/>
                </a:solidFill>
                <a:effectLst/>
                <a:latin typeface="Arial" panose="020B0604020202020204" pitchFamily="34" charset="0"/>
              </a:rPr>
              <a:t>y</a:t>
            </a:r>
            <a:r>
              <a:rPr kumimoji="0" lang="es-AR" altLang="es-AR" sz="1600" b="1" i="0" u="none" strike="noStrike" cap="none" normalizeH="0" baseline="0" dirty="0">
                <a:ln>
                  <a:noFill/>
                </a:ln>
                <a:solidFill>
                  <a:schemeClr val="tx1"/>
                </a:solidFill>
                <a:effectLst/>
                <a:latin typeface="Arial" panose="020B0604020202020204" pitchFamily="34" charset="0"/>
              </a:rPr>
              <a:t> Diagnóstico: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B9CEFC-A095-411D-98C4-DD216DF40B05}"/>
              </a:ext>
            </a:extLst>
          </p:cNvPr>
          <p:cNvSpPr>
            <a:spLocks noGrp="1"/>
          </p:cNvSpPr>
          <p:nvPr>
            <p:ph type="title"/>
          </p:nvPr>
        </p:nvSpPr>
        <p:spPr/>
        <p:txBody>
          <a:bodyPr>
            <a:normAutofit fontScale="90000"/>
          </a:bodyPr>
          <a:lstStyle/>
          <a:p>
            <a:r>
              <a:rPr lang="es-ES" b="1" dirty="0"/>
              <a:t>🧠 El debate de las métricas (2 minutos):</a:t>
            </a:r>
            <a:br>
              <a:rPr lang="es-ES" b="1" dirty="0"/>
            </a:br>
            <a:endParaRPr lang="es-AR" dirty="0"/>
          </a:p>
        </p:txBody>
      </p:sp>
      <p:sp>
        <p:nvSpPr>
          <p:cNvPr id="8" name="Rectangle 2">
            <a:extLst>
              <a:ext uri="{FF2B5EF4-FFF2-40B4-BE49-F238E27FC236}">
                <a16:creationId xmlns:a16="http://schemas.microsoft.com/office/drawing/2014/main" id="{B3C77AE3-9D7C-4519-846A-C90CDDA0F860}"/>
              </a:ext>
            </a:extLst>
          </p:cNvPr>
          <p:cNvSpPr>
            <a:spLocks noGrp="1" noChangeArrowheads="1"/>
          </p:cNvSpPr>
          <p:nvPr>
            <p:ph idx="1"/>
          </p:nvPr>
        </p:nvSpPr>
        <p:spPr bwMode="auto">
          <a:xfrm>
            <a:off x="608400" y="1469348"/>
            <a:ext cx="10533653"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0" i="1" u="none" strike="noStrike" cap="none" normalizeH="0" baseline="0" dirty="0">
                <a:ln>
                  <a:noFill/>
                </a:ln>
                <a:solidFill>
                  <a:schemeClr val="tx1"/>
                </a:solidFill>
                <a:effectLst/>
                <a:latin typeface="Arial" panose="020B0604020202020204" pitchFamily="34" charset="0"/>
              </a:rPr>
              <a:t>"Antes de meter los datos en la licuadora de la IA, tenemos que hacer un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1" i="1" u="none" strike="noStrike" cap="none" normalizeH="0" baseline="0" dirty="0">
                <a:ln>
                  <a:noFill/>
                </a:ln>
                <a:solidFill>
                  <a:schemeClr val="tx1"/>
                </a:solidFill>
                <a:effectLst/>
                <a:latin typeface="Arial" panose="020B0604020202020204" pitchFamily="34" charset="0"/>
              </a:rPr>
              <a:t>Split</a:t>
            </a:r>
            <a:r>
              <a:rPr kumimoji="0" lang="es-AR" altLang="es-AR" sz="1800" b="0" i="1" u="none" strike="noStrike" cap="none" normalizeH="0" baseline="0" dirty="0">
                <a:ln>
                  <a:noFill/>
                </a:ln>
                <a:solidFill>
                  <a:schemeClr val="tx1"/>
                </a:solidFill>
                <a:effectLst/>
                <a:latin typeface="Arial" panose="020B0604020202020204" pitchFamily="34" charset="0"/>
              </a:rPr>
              <a:t> (una separación).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0" i="1" u="none" strike="noStrike" cap="none" normalizeH="0" baseline="0" dirty="0">
                <a:ln>
                  <a:noFill/>
                </a:ln>
                <a:solidFill>
                  <a:schemeClr val="tx1"/>
                </a:solidFill>
                <a:effectLst/>
                <a:latin typeface="Arial" panose="020B0604020202020204" pitchFamily="34" charset="0"/>
              </a:rPr>
              <a:t>Si usamos el 100% de los datos para entrenar al modelo,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0" i="1" u="none" strike="noStrike" cap="none" normalizeH="0" baseline="0" dirty="0">
                <a:ln>
                  <a:noFill/>
                </a:ln>
                <a:solidFill>
                  <a:schemeClr val="tx1"/>
                </a:solidFill>
                <a:effectLst/>
                <a:latin typeface="Arial" panose="020B0604020202020204" pitchFamily="34" charset="0"/>
              </a:rPr>
              <a:t>cuando queramos evaluar si es bueno, solo podremos probarlo con datos que ya vio.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0" i="1" u="none" strike="noStrike" cap="none" normalizeH="0" baseline="0" dirty="0">
                <a:ln>
                  <a:noFill/>
                </a:ln>
                <a:solidFill>
                  <a:schemeClr val="tx1"/>
                </a:solidFill>
                <a:effectLst/>
                <a:latin typeface="Arial" panose="020B0604020202020204" pitchFamily="34" charset="0"/>
              </a:rPr>
              <a:t>Sería como darle a un alumno el mismo simulacro de examen para que estudie y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0" i="1" u="none" strike="noStrike" cap="none" normalizeH="0" baseline="0" dirty="0">
                <a:ln>
                  <a:noFill/>
                </a:ln>
                <a:solidFill>
                  <a:schemeClr val="tx1"/>
                </a:solidFill>
                <a:effectLst/>
                <a:latin typeface="Arial" panose="020B0604020202020204" pitchFamily="34" charset="0"/>
              </a:rPr>
              <a:t>luego tomarle exactamente las mismas preguntas.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0" i="1" u="none" strike="noStrike" cap="none" normalizeH="0" baseline="0" dirty="0">
                <a:ln>
                  <a:noFill/>
                </a:ln>
                <a:solidFill>
                  <a:schemeClr val="tx1"/>
                </a:solidFill>
                <a:effectLst/>
                <a:latin typeface="Arial" panose="020B0604020202020204" pitchFamily="34" charset="0"/>
              </a:rPr>
              <a:t>¡Se va a sacar un 10 memorizando, no aprendiendo!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0" i="1" u="none" strike="noStrike" cap="none" normalizeH="0" baseline="0" dirty="0">
                <a:ln>
                  <a:noFill/>
                </a:ln>
                <a:solidFill>
                  <a:schemeClr val="tx1"/>
                </a:solidFill>
                <a:effectLst/>
                <a:latin typeface="Arial" panose="020B0604020202020204" pitchFamily="34" charset="0"/>
              </a:rPr>
              <a:t>Por eso, dividimos el </a:t>
            </a:r>
            <a:r>
              <a:rPr kumimoji="0" lang="es-AR" altLang="es-AR" sz="1800" b="0" i="1" u="none" strike="noStrike" cap="none" normalizeH="0" baseline="0" dirty="0" err="1">
                <a:ln>
                  <a:noFill/>
                </a:ln>
                <a:solidFill>
                  <a:schemeClr val="tx1"/>
                </a:solidFill>
                <a:effectLst/>
                <a:latin typeface="Arial" panose="020B0604020202020204" pitchFamily="34" charset="0"/>
              </a:rPr>
              <a:t>dataset</a:t>
            </a:r>
            <a:r>
              <a:rPr kumimoji="0" lang="es-AR" altLang="es-AR" sz="1800" b="0" i="1" u="none" strike="noStrike" cap="none" normalizeH="0" baseline="0" dirty="0">
                <a:ln>
                  <a:noFill/>
                </a:ln>
                <a:solidFill>
                  <a:schemeClr val="tx1"/>
                </a:solidFill>
                <a:effectLst/>
                <a:latin typeface="Arial" panose="020B0604020202020204" pitchFamily="34" charset="0"/>
              </a:rPr>
              <a:t> en dos piezas clave:"</a:t>
            </a:r>
            <a:endParaRPr kumimoji="0" lang="es-AR" altLang="es-A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s-AR" altLang="es-AR" sz="1800" b="1" i="0" u="none" strike="noStrike" cap="none" normalizeH="0" baseline="0" dirty="0">
                <a:ln>
                  <a:noFill/>
                </a:ln>
                <a:solidFill>
                  <a:schemeClr val="tx1"/>
                </a:solidFill>
                <a:effectLst/>
                <a:latin typeface="Arial" panose="020B0604020202020204" pitchFamily="34" charset="0"/>
              </a:rPr>
              <a:t>Train Set (Conjunto de Entrenamiento):</a:t>
            </a:r>
            <a:r>
              <a:rPr kumimoji="0" lang="es-AR" altLang="es-AR"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s-AR" altLang="es-AR" sz="1800" b="0" i="0" u="none" strike="noStrike" cap="none" normalizeH="0" baseline="0" dirty="0">
                <a:ln>
                  <a:noFill/>
                </a:ln>
                <a:solidFill>
                  <a:schemeClr val="tx1"/>
                </a:solidFill>
                <a:effectLst/>
                <a:latin typeface="Arial" panose="020B0604020202020204" pitchFamily="34" charset="0"/>
              </a:rPr>
              <a:t>La porción más grande de los datos (ej. 70% u 80%). </a:t>
            </a:r>
          </a:p>
          <a:p>
            <a:pPr marL="0" marR="0" lvl="0" indent="0" algn="l" defTabSz="914400" rtl="0" eaLnBrk="0" fontAlgn="base" latinLnBrk="0" hangingPunct="0">
              <a:lnSpc>
                <a:spcPct val="100000"/>
              </a:lnSpc>
              <a:spcBef>
                <a:spcPct val="0"/>
              </a:spcBef>
              <a:spcAft>
                <a:spcPct val="0"/>
              </a:spcAft>
              <a:buClrTx/>
              <a:buSzTx/>
              <a:buNone/>
              <a:tabLst/>
            </a:pPr>
            <a:r>
              <a:rPr kumimoji="0" lang="es-AR" altLang="es-AR" sz="1800" b="0" i="0" u="none" strike="noStrike" cap="none" normalizeH="0" baseline="0" dirty="0">
                <a:ln>
                  <a:noFill/>
                </a:ln>
                <a:solidFill>
                  <a:schemeClr val="tx1"/>
                </a:solidFill>
                <a:effectLst/>
                <a:latin typeface="Arial" panose="020B0604020202020204" pitchFamily="34" charset="0"/>
              </a:rPr>
              <a:t>Son los apuntes y libros con los que la IA estudia para encontrar patrones.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s-AR" altLang="es-AR" sz="1800" b="1" i="0" u="none" strike="noStrike" cap="none" normalizeH="0" baseline="0" dirty="0">
                <a:ln>
                  <a:noFill/>
                </a:ln>
                <a:solidFill>
                  <a:schemeClr val="tx1"/>
                </a:solidFill>
                <a:effectLst/>
                <a:latin typeface="Arial" panose="020B0604020202020204" pitchFamily="34" charset="0"/>
              </a:rPr>
              <a:t>Test Set (Conjunto de Testeo / Examen):</a:t>
            </a:r>
            <a:r>
              <a:rPr kumimoji="0" lang="es-AR" altLang="es-AR"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s-AR" altLang="es-AR" sz="1800" b="0" i="0" u="none" strike="noStrike" cap="none" normalizeH="0" baseline="0" dirty="0">
                <a:ln>
                  <a:noFill/>
                </a:ln>
                <a:solidFill>
                  <a:schemeClr val="tx1"/>
                </a:solidFill>
                <a:effectLst/>
                <a:latin typeface="Arial" panose="020B0604020202020204" pitchFamily="34" charset="0"/>
              </a:rPr>
              <a:t>El porcentaje restante (ej. 30% o 20%). Datos que la IA </a:t>
            </a:r>
            <a:r>
              <a:rPr kumimoji="0" lang="es-AR" altLang="es-AR" sz="1800" b="1" i="0" u="none" strike="noStrike" cap="none" normalizeH="0" baseline="0" dirty="0">
                <a:ln>
                  <a:noFill/>
                </a:ln>
                <a:solidFill>
                  <a:schemeClr val="tx1"/>
                </a:solidFill>
                <a:effectLst/>
                <a:latin typeface="Arial" panose="020B0604020202020204" pitchFamily="34" charset="0"/>
              </a:rPr>
              <a:t>nunca vio</a:t>
            </a:r>
            <a:r>
              <a:rPr kumimoji="0" lang="es-AR" altLang="es-AR"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s-AR" altLang="es-AR" sz="1800" b="0" i="0" u="none" strike="noStrike" cap="none" normalizeH="0" baseline="0" dirty="0">
                <a:ln>
                  <a:noFill/>
                </a:ln>
                <a:solidFill>
                  <a:schemeClr val="tx1"/>
                </a:solidFill>
                <a:effectLst/>
                <a:latin typeface="Arial" panose="020B0604020202020204" pitchFamily="34" charset="0"/>
              </a:rPr>
              <a:t>Se guardan bajo llave hasta el final para tomarle un "examen sorpresa" </a:t>
            </a:r>
          </a:p>
          <a:p>
            <a:pPr marL="0" marR="0" lvl="0" indent="0" algn="l" defTabSz="914400" rtl="0" eaLnBrk="0" fontAlgn="base" latinLnBrk="0" hangingPunct="0">
              <a:lnSpc>
                <a:spcPct val="100000"/>
              </a:lnSpc>
              <a:spcBef>
                <a:spcPct val="0"/>
              </a:spcBef>
              <a:spcAft>
                <a:spcPct val="0"/>
              </a:spcAft>
              <a:buClrTx/>
              <a:buSzTx/>
              <a:buNone/>
              <a:tabLst/>
            </a:pPr>
            <a:r>
              <a:rPr kumimoji="0" lang="es-AR" altLang="es-AR" sz="1800" b="0" i="0" u="none" strike="noStrike" cap="none" normalizeH="0" baseline="0" dirty="0">
                <a:ln>
                  <a:noFill/>
                </a:ln>
                <a:solidFill>
                  <a:schemeClr val="tx1"/>
                </a:solidFill>
                <a:effectLst/>
                <a:latin typeface="Arial" panose="020B0604020202020204" pitchFamily="34" charset="0"/>
              </a:rPr>
              <a:t>al modelo y medir su rendimiento real.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14173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7"/>
          <p:cNvSpPr txBox="1"/>
          <p:nvPr/>
        </p:nvSpPr>
        <p:spPr>
          <a:xfrm>
            <a:off x="8240033" y="418767"/>
            <a:ext cx="3507600" cy="22932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r>
              <a:rPr lang="en-US" sz="17335">
                <a:solidFill>
                  <a:srgbClr val="FDAB2E"/>
                </a:solidFill>
                <a:latin typeface="Plus Jakarta Sans ExtraBold"/>
                <a:ea typeface="Plus Jakarta Sans ExtraBold"/>
                <a:cs typeface="Plus Jakarta Sans ExtraBold"/>
                <a:sym typeface="Plus Jakarta Sans ExtraBold"/>
              </a:rPr>
              <a:t>0</a:t>
            </a:r>
            <a:r>
              <a:rPr lang="es-AR" altLang="en-US" sz="17335">
                <a:solidFill>
                  <a:srgbClr val="FDAB2E"/>
                </a:solidFill>
                <a:latin typeface="Plus Jakarta Sans ExtraBold"/>
                <a:ea typeface="Plus Jakarta Sans ExtraBold"/>
                <a:cs typeface="Plus Jakarta Sans ExtraBold"/>
                <a:sym typeface="Plus Jakarta Sans ExtraBold"/>
              </a:rPr>
              <a:t>4</a:t>
            </a:r>
          </a:p>
        </p:txBody>
      </p:sp>
      <p:sp>
        <p:nvSpPr>
          <p:cNvPr id="236" name="Google Shape;236;p37"/>
          <p:cNvSpPr txBox="1"/>
          <p:nvPr/>
        </p:nvSpPr>
        <p:spPr>
          <a:xfrm>
            <a:off x="798830" y="3101340"/>
            <a:ext cx="11095355" cy="246888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800">
                <a:solidFill>
                  <a:srgbClr val="F8F2E8"/>
                </a:solidFill>
                <a:latin typeface="Plus Jakarta Sans ExtraBold"/>
                <a:ea typeface="Plus Jakarta Sans ExtraBold"/>
                <a:cs typeface="Plus Jakarta Sans ExtraBold"/>
                <a:sym typeface="Plus Jakarta Sans ExtraBold"/>
              </a:rPr>
              <a:t>Bloque 4:</a:t>
            </a:r>
            <a:br>
              <a:rPr lang="en-US" altLang="en-US" sz="4800">
                <a:solidFill>
                  <a:srgbClr val="F8F2E8"/>
                </a:solidFill>
                <a:latin typeface="Plus Jakarta Sans ExtraBold"/>
                <a:ea typeface="Plus Jakarta Sans ExtraBold"/>
                <a:cs typeface="Plus Jakarta Sans ExtraBold"/>
                <a:sym typeface="Plus Jakarta Sans ExtraBold"/>
              </a:rPr>
            </a:br>
            <a:r>
              <a:rPr lang="en-US" altLang="en-US" sz="4800">
                <a:solidFill>
                  <a:srgbClr val="F8F2E8"/>
                </a:solidFill>
                <a:latin typeface="Plus Jakarta Sans ExtraBold"/>
                <a:ea typeface="Plus Jakarta Sans ExtraBold"/>
                <a:cs typeface="Plus Jakarta Sans ExtraBold"/>
                <a:sym typeface="Plus Jakarta Sans ExtraBold"/>
              </a:rPr>
              <a:t>Demo en Vivo - </a:t>
            </a:r>
          </a:p>
          <a:p>
            <a:pPr marL="0" lvl="0" indent="0" algn="l" rtl="0">
              <a:spcBef>
                <a:spcPts val="0"/>
              </a:spcBef>
              <a:spcAft>
                <a:spcPts val="0"/>
              </a:spcAft>
              <a:buNone/>
            </a:pPr>
            <a:r>
              <a:rPr lang="en-US" altLang="en-US" sz="4800">
                <a:solidFill>
                  <a:srgbClr val="F8F2E8"/>
                </a:solidFill>
                <a:latin typeface="Plus Jakarta Sans ExtraBold"/>
                <a:ea typeface="Plus Jakarta Sans ExtraBold"/>
                <a:cs typeface="Plus Jakarta Sans ExtraBold"/>
                <a:sym typeface="Plus Jakarta Sans ExtraBold"/>
              </a:rPr>
              <a:t>De Datos a Decisiones (30 min)</a:t>
            </a:r>
          </a:p>
          <a:p>
            <a:pPr marL="0" lvl="0" indent="0" algn="l" rtl="0">
              <a:spcBef>
                <a:spcPts val="0"/>
              </a:spcBef>
              <a:spcAft>
                <a:spcPts val="0"/>
              </a:spcAft>
              <a:buNone/>
            </a:pPr>
            <a:endParaRPr lang="en-US" altLang="en-US" sz="480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Google Shape;108;p25"/>
          <p:cNvSpPr/>
          <p:nvPr/>
        </p:nvSpPr>
        <p:spPr>
          <a:xfrm>
            <a:off x="450850" y="186690"/>
            <a:ext cx="11021060" cy="1400175"/>
          </a:xfrm>
          <a:prstGeom prst="roundRect">
            <a:avLst>
              <a:gd name="adj" fmla="val 16667"/>
            </a:avLst>
          </a:prstGeom>
          <a:solidFill>
            <a:srgbClr val="2607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None/>
            </a:pPr>
            <a:endParaRPr>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Clr>
                <a:schemeClr val="dk1"/>
              </a:buClr>
              <a:buSzPts val="1100"/>
              <a:buFont typeface="Arial" panose="020B0604020202020204"/>
              <a:buNone/>
            </a:pPr>
            <a:endParaRPr>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Clr>
                <a:schemeClr val="dk1"/>
              </a:buClr>
              <a:buSzPts val="1100"/>
              <a:buFont typeface="Arial" panose="020B0604020202020204"/>
              <a:buNone/>
            </a:pPr>
            <a:endParaRPr>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None/>
            </a:pPr>
            <a:endParaRPr sz="900">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None/>
            </a:pPr>
            <a:endParaRPr sz="900">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Clr>
                <a:schemeClr val="dk1"/>
              </a:buClr>
              <a:buSzPts val="1100"/>
              <a:buFont typeface="Arial" panose="020B0604020202020204"/>
              <a:buNone/>
            </a:pPr>
            <a:endParaRPr sz="900">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None/>
            </a:pPr>
            <a:endParaRPr>
              <a:solidFill>
                <a:srgbClr val="F8F2E8"/>
              </a:solidFill>
              <a:latin typeface="Plus Jakarta Sans"/>
              <a:ea typeface="Plus Jakarta Sans"/>
              <a:cs typeface="Plus Jakarta Sans"/>
              <a:sym typeface="Plus Jakarta Sans"/>
            </a:endParaRPr>
          </a:p>
        </p:txBody>
      </p:sp>
      <p:sp>
        <p:nvSpPr>
          <p:cNvPr id="2" name="Title 1"/>
          <p:cNvSpPr>
            <a:spLocks noGrp="1"/>
          </p:cNvSpPr>
          <p:nvPr>
            <p:ph type="title"/>
            <p:custDataLst>
              <p:tags r:id="rId2"/>
            </p:custDataLst>
          </p:nvPr>
        </p:nvSpPr>
        <p:spPr/>
        <p:txBody>
          <a:bodyPr>
            <a:noAutofit/>
          </a:bodyPr>
          <a:lstStyle/>
          <a:p>
            <a:r>
              <a:rPr lang="es-ES" sz="2800" b="1" dirty="0">
                <a:solidFill>
                  <a:schemeClr val="bg1"/>
                </a:solidFill>
              </a:rPr>
              <a:t>4. El Gran Final: </a:t>
            </a:r>
            <a:br>
              <a:rPr lang="es-ES" sz="2800" b="1" dirty="0">
                <a:solidFill>
                  <a:schemeClr val="bg1"/>
                </a:solidFill>
              </a:rPr>
            </a:br>
            <a:r>
              <a:rPr lang="es-ES" sz="2800" b="1" dirty="0">
                <a:solidFill>
                  <a:schemeClr val="bg1"/>
                </a:solidFill>
              </a:rPr>
              <a:t>El Despliegue Mínimo Viable (15 min)</a:t>
            </a:r>
          </a:p>
        </p:txBody>
      </p:sp>
      <p:sp>
        <p:nvSpPr>
          <p:cNvPr id="3" name="Content Placeholder 2"/>
          <p:cNvSpPr>
            <a:spLocks noGrp="1"/>
          </p:cNvSpPr>
          <p:nvPr>
            <p:ph idx="1"/>
            <p:custDataLst>
              <p:tags r:id="rId3"/>
            </p:custDataLst>
          </p:nvPr>
        </p:nvSpPr>
        <p:spPr/>
        <p:txBody>
          <a:bodyPr/>
          <a:lstStyle/>
          <a:p>
            <a:pPr marL="0" indent="0">
              <a:buNone/>
            </a:pPr>
            <a:endParaRPr lang="en-US" altLang="en-US" dirty="0"/>
          </a:p>
          <a:p>
            <a:pPr marL="0" indent="0">
              <a:buNone/>
            </a:pPr>
            <a:r>
              <a:rPr lang="es-ES" i="1" dirty="0"/>
              <a:t>"Un modelo en </a:t>
            </a:r>
            <a:r>
              <a:rPr lang="es-ES" i="1" dirty="0" err="1"/>
              <a:t>Jupyter</a:t>
            </a:r>
            <a:r>
              <a:rPr lang="es-ES" i="1" dirty="0"/>
              <a:t> o </a:t>
            </a:r>
            <a:r>
              <a:rPr lang="es-ES" i="1" dirty="0" err="1"/>
              <a:t>colab</a:t>
            </a:r>
            <a:r>
              <a:rPr lang="es-ES" i="1" dirty="0"/>
              <a:t> no le genera dinero a la empresa. Hay que empaquetarlo para que el equipo de desarrollo lo use"</a:t>
            </a:r>
            <a:r>
              <a:rPr lang="es-ES" dirty="0"/>
              <a:t>.</a:t>
            </a:r>
            <a:endParaRPr lang="en-US" altLang="en-US" dirty="0"/>
          </a:p>
        </p:txBody>
      </p:sp>
      <p:pic>
        <p:nvPicPr>
          <p:cNvPr id="5" name="Imagen 4">
            <a:extLst>
              <a:ext uri="{FF2B5EF4-FFF2-40B4-BE49-F238E27FC236}">
                <a16:creationId xmlns:a16="http://schemas.microsoft.com/office/drawing/2014/main" id="{BF0BC16A-CEBD-4BD2-89A5-1B33E63A662C}"/>
              </a:ext>
            </a:extLst>
          </p:cNvPr>
          <p:cNvPicPr>
            <a:picLocks noChangeAspect="1"/>
          </p:cNvPicPr>
          <p:nvPr/>
        </p:nvPicPr>
        <p:blipFill>
          <a:blip r:embed="rId5"/>
          <a:stretch>
            <a:fillRect/>
          </a:stretch>
        </p:blipFill>
        <p:spPr>
          <a:xfrm>
            <a:off x="4007327" y="3253188"/>
            <a:ext cx="2796782" cy="2377646"/>
          </a:xfrm>
          <a:prstGeom prst="rect">
            <a:avLst/>
          </a:prstGeom>
        </p:spPr>
      </p:pic>
      <p:sp>
        <p:nvSpPr>
          <p:cNvPr id="6" name="Rectángulo 5">
            <a:extLst>
              <a:ext uri="{FF2B5EF4-FFF2-40B4-BE49-F238E27FC236}">
                <a16:creationId xmlns:a16="http://schemas.microsoft.com/office/drawing/2014/main" id="{C6A82596-D5F1-4EFA-A9FB-8CD4005C30A6}"/>
              </a:ext>
            </a:extLst>
          </p:cNvPr>
          <p:cNvSpPr/>
          <p:nvPr/>
        </p:nvSpPr>
        <p:spPr>
          <a:xfrm>
            <a:off x="4276016" y="4927836"/>
            <a:ext cx="2070996" cy="439764"/>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Shape 459"/>
        <p:cNvGrpSpPr/>
        <p:nvPr/>
      </p:nvGrpSpPr>
      <p:grpSpPr>
        <a:xfrm>
          <a:off x="0" y="0"/>
          <a:ext cx="0" cy="0"/>
          <a:chOff x="0" y="0"/>
          <a:chExt cx="0" cy="0"/>
        </a:xfrm>
      </p:grpSpPr>
      <p:sp>
        <p:nvSpPr>
          <p:cNvPr id="460" name="Google Shape;460;p59"/>
          <p:cNvSpPr txBox="1"/>
          <p:nvPr/>
        </p:nvSpPr>
        <p:spPr>
          <a:xfrm>
            <a:off x="869949" y="1494790"/>
            <a:ext cx="11187579" cy="228346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s-ES" sz="6600" dirty="0">
                <a:solidFill>
                  <a:schemeClr val="bg1"/>
                </a:solidFill>
              </a:rPr>
              <a:t>5. Cierre y Casos de Uso Reales (5 min)</a:t>
            </a:r>
            <a:endParaRPr lang="en-US" altLang="en-US" sz="6400" dirty="0">
              <a:solidFill>
                <a:schemeClr val="bg1"/>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endParaRPr lang="en-US" altLang="en-US" sz="6400" dirty="0">
              <a:solidFill>
                <a:schemeClr val="bg1"/>
              </a:solidFill>
              <a:latin typeface="Plus Jakarta Sans ExtraBold"/>
              <a:ea typeface="Plus Jakarta Sans ExtraBold"/>
              <a:cs typeface="Plus Jakarta Sans ExtraBold"/>
              <a:sym typeface="Plus Jakarta Sans ExtraBold"/>
            </a:endParaRPr>
          </a:p>
        </p:txBody>
      </p:sp>
      <p:sp>
        <p:nvSpPr>
          <p:cNvPr id="461" name="Google Shape;461;p59"/>
          <p:cNvSpPr/>
          <p:nvPr/>
        </p:nvSpPr>
        <p:spPr>
          <a:xfrm>
            <a:off x="4802033" y="4225000"/>
            <a:ext cx="304400" cy="304400"/>
          </a:xfrm>
          <a:prstGeom prst="ellipse">
            <a:avLst/>
          </a:prstGeom>
          <a:solidFill>
            <a:srgbClr val="FDAB2E"/>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Google Shape;108;p25"/>
          <p:cNvSpPr/>
          <p:nvPr/>
        </p:nvSpPr>
        <p:spPr>
          <a:xfrm>
            <a:off x="450850" y="186690"/>
            <a:ext cx="11021060" cy="1400175"/>
          </a:xfrm>
          <a:prstGeom prst="roundRect">
            <a:avLst>
              <a:gd name="adj" fmla="val 16667"/>
            </a:avLst>
          </a:prstGeom>
          <a:solidFill>
            <a:srgbClr val="2607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None/>
            </a:pPr>
            <a:endParaRPr>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Clr>
                <a:schemeClr val="dk1"/>
              </a:buClr>
              <a:buSzPts val="1100"/>
              <a:buFont typeface="Arial" panose="020B0604020202020204"/>
              <a:buNone/>
            </a:pPr>
            <a:endParaRPr>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Clr>
                <a:schemeClr val="dk1"/>
              </a:buClr>
              <a:buSzPts val="1100"/>
              <a:buFont typeface="Arial" panose="020B0604020202020204"/>
              <a:buNone/>
            </a:pPr>
            <a:endParaRPr>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None/>
            </a:pPr>
            <a:endParaRPr sz="900">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None/>
            </a:pPr>
            <a:endParaRPr sz="900">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Clr>
                <a:schemeClr val="dk1"/>
              </a:buClr>
              <a:buSzPts val="1100"/>
              <a:buFont typeface="Arial" panose="020B0604020202020204"/>
              <a:buNone/>
            </a:pPr>
            <a:endParaRPr sz="900">
              <a:solidFill>
                <a:srgbClr val="F8F2E8"/>
              </a:solidFill>
              <a:latin typeface="Plus Jakarta Sans"/>
              <a:ea typeface="Plus Jakarta Sans"/>
              <a:cs typeface="Plus Jakarta Sans"/>
              <a:sym typeface="Plus Jakarta Sans"/>
            </a:endParaRPr>
          </a:p>
          <a:p>
            <a:pPr marL="0" lvl="0" indent="0" algn="ctr" rtl="0">
              <a:spcBef>
                <a:spcPts val="0"/>
              </a:spcBef>
              <a:spcAft>
                <a:spcPts val="0"/>
              </a:spcAft>
              <a:buNone/>
            </a:pPr>
            <a:endParaRPr>
              <a:solidFill>
                <a:srgbClr val="F8F2E8"/>
              </a:solidFill>
              <a:latin typeface="Plus Jakarta Sans"/>
              <a:ea typeface="Plus Jakarta Sans"/>
              <a:cs typeface="Plus Jakarta Sans"/>
              <a:sym typeface="Plus Jakarta Sans"/>
            </a:endParaRPr>
          </a:p>
        </p:txBody>
      </p:sp>
      <p:sp>
        <p:nvSpPr>
          <p:cNvPr id="2" name="Title 1"/>
          <p:cNvSpPr>
            <a:spLocks noGrp="1"/>
          </p:cNvSpPr>
          <p:nvPr>
            <p:ph type="title"/>
            <p:custDataLst>
              <p:tags r:id="rId2"/>
            </p:custDataLst>
          </p:nvPr>
        </p:nvSpPr>
        <p:spPr/>
        <p:txBody>
          <a:bodyPr>
            <a:normAutofit/>
          </a:bodyPr>
          <a:lstStyle/>
          <a:p>
            <a:pPr marL="0" lvl="0" indent="0" algn="l" rtl="0">
              <a:spcBef>
                <a:spcPts val="0"/>
              </a:spcBef>
              <a:spcAft>
                <a:spcPts val="0"/>
              </a:spcAft>
              <a:buNone/>
            </a:pPr>
            <a:r>
              <a:rPr lang="es-ES" sz="3600" dirty="0">
                <a:solidFill>
                  <a:schemeClr val="bg1"/>
                </a:solidFill>
              </a:rPr>
              <a:t>5. Cierre y Casos de Uso Reales (5 min)</a:t>
            </a:r>
            <a:endParaRPr lang="en-US" altLang="en-US" sz="3600" dirty="0">
              <a:solidFill>
                <a:schemeClr val="bg1"/>
              </a:solidFill>
              <a:latin typeface="Plus Jakarta Sans ExtraBold"/>
              <a:ea typeface="Plus Jakarta Sans ExtraBold"/>
              <a:cs typeface="Plus Jakarta Sans ExtraBold"/>
              <a:sym typeface="Plus Jakarta Sans ExtraBold"/>
            </a:endParaRPr>
          </a:p>
        </p:txBody>
      </p:sp>
      <p:pic>
        <p:nvPicPr>
          <p:cNvPr id="4" name="Picture 3"/>
          <p:cNvPicPr/>
          <p:nvPr/>
        </p:nvPicPr>
        <p:blipFill>
          <a:blip r:embed="rId4"/>
          <a:stretch>
            <a:fillRect/>
          </a:stretch>
        </p:blipFill>
        <p:spPr>
          <a:xfrm>
            <a:off x="9485745" y="3648364"/>
            <a:ext cx="2496648" cy="3209636"/>
          </a:xfrm>
          <a:prstGeom prst="rect">
            <a:avLst/>
          </a:prstGeom>
        </p:spPr>
      </p:pic>
      <p:sp>
        <p:nvSpPr>
          <p:cNvPr id="9" name="Rectangle 2">
            <a:extLst>
              <a:ext uri="{FF2B5EF4-FFF2-40B4-BE49-F238E27FC236}">
                <a16:creationId xmlns:a16="http://schemas.microsoft.com/office/drawing/2014/main" id="{E6710120-7B49-423F-A9AF-F87E5AA8567A}"/>
              </a:ext>
            </a:extLst>
          </p:cNvPr>
          <p:cNvSpPr>
            <a:spLocks noGrp="1" noChangeArrowheads="1"/>
          </p:cNvSpPr>
          <p:nvPr>
            <p:ph idx="1"/>
          </p:nvPr>
        </p:nvSpPr>
        <p:spPr bwMode="auto">
          <a:xfrm>
            <a:off x="608400" y="2438842"/>
            <a:ext cx="10161756"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s-AR" altLang="es-AR" sz="1800" b="0" i="0" u="none" strike="noStrike" cap="none" normalizeH="0" baseline="0" dirty="0">
                <a:ln>
                  <a:noFill/>
                </a:ln>
                <a:solidFill>
                  <a:schemeClr val="tx1"/>
                </a:solidFill>
                <a:effectLst/>
                <a:latin typeface="Arial" panose="020B0604020202020204" pitchFamily="34" charset="0"/>
              </a:rPr>
              <a:t>Datos ➡️ Limpieza ➡️ Modelo ➡️ Archivo exportado</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AR" altLang="es-A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AR" altLang="es-AR" sz="1800" b="0" i="0" u="none" strike="noStrike" cap="none" normalizeH="0" baseline="0" dirty="0">
                <a:ln>
                  <a:noFill/>
                </a:ln>
                <a:solidFill>
                  <a:schemeClr val="tx1"/>
                </a:solidFill>
                <a:effectLst/>
                <a:latin typeface="Arial" panose="020B0604020202020204" pitchFamily="34" charset="0"/>
              </a:rPr>
              <a:t> es el que usa Netflix para recomendar series, </a:t>
            </a:r>
          </a:p>
          <a:p>
            <a:pPr marL="0" marR="0" lvl="0" indent="0" algn="l" defTabSz="914400" rtl="0" eaLnBrk="0" fontAlgn="base" latinLnBrk="0" hangingPunct="0">
              <a:lnSpc>
                <a:spcPct val="100000"/>
              </a:lnSpc>
              <a:spcBef>
                <a:spcPct val="0"/>
              </a:spcBef>
              <a:spcAft>
                <a:spcPct val="0"/>
              </a:spcAft>
              <a:buClrTx/>
              <a:buSzTx/>
              <a:buNone/>
              <a:tabLst/>
            </a:pPr>
            <a:r>
              <a:rPr kumimoji="0" lang="es-AR" altLang="es-AR" sz="1800" b="0" i="0" u="none" strike="noStrike" cap="none" normalizeH="0" baseline="0" dirty="0">
                <a:ln>
                  <a:noFill/>
                </a:ln>
                <a:solidFill>
                  <a:schemeClr val="tx1"/>
                </a:solidFill>
                <a:effectLst/>
                <a:latin typeface="Arial" panose="020B0604020202020204" pitchFamily="34" charset="0"/>
              </a:rPr>
              <a:t>Uber para calcular tarifas o los bancos para frenar fraudes con tarjetas de crédito.</a:t>
            </a:r>
          </a:p>
          <a:p>
            <a:pPr marL="0" marR="0" lvl="0" indent="0" algn="l" defTabSz="914400" rtl="0" eaLnBrk="0" fontAlgn="base" latinLnBrk="0" hangingPunct="0">
              <a:lnSpc>
                <a:spcPct val="100000"/>
              </a:lnSpc>
              <a:spcBef>
                <a:spcPct val="0"/>
              </a:spcBef>
              <a:spcAft>
                <a:spcPct val="0"/>
              </a:spcAft>
              <a:buClrTx/>
              <a:buSzTx/>
              <a:buNone/>
              <a:tabLst/>
            </a:pPr>
            <a:endParaRPr lang="es-AR" altLang="es-AR"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s-AR" altLang="es-A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AR" altLang="es-AR" sz="1800" b="0" i="1" u="none" strike="noStrike" cap="none" normalizeH="0" baseline="0" dirty="0">
                <a:ln>
                  <a:noFill/>
                </a:ln>
                <a:solidFill>
                  <a:schemeClr val="tx1"/>
                </a:solidFill>
                <a:effectLst/>
                <a:latin typeface="Arial" panose="020B0604020202020204" pitchFamily="34" charset="0"/>
              </a:rPr>
              <a:t>"La IA no es magia, es matemática aplicada y código estructurado. </a:t>
            </a:r>
          </a:p>
          <a:p>
            <a:pPr marL="0" marR="0" lvl="0" indent="0" algn="l" defTabSz="914400" rtl="0" eaLnBrk="0" fontAlgn="base" latinLnBrk="0" hangingPunct="0">
              <a:lnSpc>
                <a:spcPct val="100000"/>
              </a:lnSpc>
              <a:spcBef>
                <a:spcPct val="0"/>
              </a:spcBef>
              <a:spcAft>
                <a:spcPct val="0"/>
              </a:spcAft>
              <a:buClrTx/>
              <a:buSzTx/>
              <a:buNone/>
              <a:tabLst/>
            </a:pPr>
            <a:r>
              <a:rPr kumimoji="0" lang="es-AR" altLang="es-AR" sz="1800" b="0" i="1" u="none" strike="noStrike" cap="none" normalizeH="0" baseline="0" dirty="0">
                <a:ln>
                  <a:noFill/>
                </a:ln>
                <a:solidFill>
                  <a:schemeClr val="tx1"/>
                </a:solidFill>
                <a:effectLst/>
                <a:latin typeface="Arial" panose="020B0604020202020204" pitchFamily="34" charset="0"/>
              </a:rPr>
              <a:t>Hoy abrieron la caja negra y ya saben cómo funciona por dentro. </a:t>
            </a:r>
          </a:p>
          <a:p>
            <a:pPr marL="0" marR="0" lvl="0" indent="0" algn="l" defTabSz="914400" rtl="0" eaLnBrk="0" fontAlgn="base" latinLnBrk="0" hangingPunct="0">
              <a:lnSpc>
                <a:spcPct val="100000"/>
              </a:lnSpc>
              <a:spcBef>
                <a:spcPct val="0"/>
              </a:spcBef>
              <a:spcAft>
                <a:spcPct val="0"/>
              </a:spcAft>
              <a:buClrTx/>
              <a:buSzTx/>
              <a:buNone/>
              <a:tabLst/>
            </a:pPr>
            <a:endParaRPr lang="es-AR" altLang="es-AR" i="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AR" altLang="es-AR" sz="1800" b="0" i="1" u="none" strike="noStrike" cap="none" normalizeH="0" baseline="0" dirty="0">
                <a:ln>
                  <a:noFill/>
                </a:ln>
                <a:solidFill>
                  <a:schemeClr val="tx1"/>
                </a:solidFill>
                <a:effectLst/>
                <a:latin typeface="Arial" panose="020B0604020202020204" pitchFamily="34" charset="0"/>
              </a:rPr>
              <a:t>¡Felicitaciones por terminar este camino!"</a:t>
            </a: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2"/>
            </p:custDataLst>
          </p:nvPr>
        </p:nvSpPr>
        <p:spPr/>
        <p:txBody>
          <a:bodyPr/>
          <a:lstStyle/>
          <a:p>
            <a:pPr marL="0" indent="0">
              <a:buNone/>
            </a:pPr>
            <a:r>
              <a:rPr lang="en-US" altLang="en-US" sz="3200" dirty="0"/>
              <a:t>¡</a:t>
            </a:r>
            <a:r>
              <a:rPr lang="en-US" altLang="en-US" sz="3200" dirty="0" err="1"/>
              <a:t>Felicitaciones</a:t>
            </a:r>
            <a:r>
              <a:rPr lang="en-US" altLang="en-US" sz="3200" dirty="0"/>
              <a:t>! </a:t>
            </a:r>
          </a:p>
          <a:p>
            <a:pPr marL="0" indent="0">
              <a:buNone/>
            </a:pPr>
            <a:r>
              <a:rPr lang="en-US" altLang="en-US" sz="3200" dirty="0" err="1"/>
              <a:t>Completaron</a:t>
            </a:r>
            <a:r>
              <a:rPr lang="en-US" altLang="en-US" sz="3200" dirty="0"/>
              <a:t> </a:t>
            </a:r>
            <a:r>
              <a:rPr lang="en-US" altLang="en-US" sz="3200" dirty="0" err="1"/>
              <a:t>su</a:t>
            </a:r>
            <a:r>
              <a:rPr lang="en-US" altLang="en-US" sz="3200" dirty="0"/>
              <a:t> primer </a:t>
            </a:r>
            <a:r>
              <a:rPr lang="en-US" altLang="en-US" sz="3200" dirty="0" err="1"/>
              <a:t>curso</a:t>
            </a:r>
            <a:r>
              <a:rPr lang="en-US" altLang="en-US" sz="3200" dirty="0"/>
              <a:t> de </a:t>
            </a:r>
          </a:p>
          <a:p>
            <a:pPr marL="0" indent="0">
              <a:buNone/>
            </a:pPr>
            <a:r>
              <a:rPr lang="en-US" altLang="en-US" sz="3200" dirty="0" err="1"/>
              <a:t>Ciencia</a:t>
            </a:r>
            <a:r>
              <a:rPr lang="en-US" altLang="en-US" sz="3200" dirty="0"/>
              <a:t> de </a:t>
            </a:r>
            <a:r>
              <a:rPr lang="en-US" altLang="en-US" sz="3200" dirty="0" err="1"/>
              <a:t>datos</a:t>
            </a:r>
            <a:r>
              <a:rPr lang="en-US" altLang="en-US" sz="3200" dirty="0"/>
              <a:t>.</a:t>
            </a:r>
          </a:p>
          <a:p>
            <a:endParaRPr lang="en-US" altLang="en-US" sz="3200" dirty="0"/>
          </a:p>
        </p:txBody>
      </p:sp>
      <p:pic>
        <p:nvPicPr>
          <p:cNvPr id="6" name="Picture 5"/>
          <p:cNvPicPr/>
          <p:nvPr/>
        </p:nvPicPr>
        <p:blipFill>
          <a:blip r:embed="rId4"/>
          <a:stretch>
            <a:fillRect/>
          </a:stretch>
        </p:blipFill>
        <p:spPr>
          <a:xfrm>
            <a:off x="8940483" y="1392873"/>
            <a:ext cx="2143125" cy="2143125"/>
          </a:xfrm>
          <a:prstGeom prst="rect">
            <a:avLst/>
          </a:prstGeom>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3"/>
          <p:cNvSpPr txBox="1"/>
          <p:nvPr/>
        </p:nvSpPr>
        <p:spPr>
          <a:xfrm>
            <a:off x="762000" y="2900233"/>
            <a:ext cx="8617200" cy="2000000"/>
          </a:xfrm>
          <a:prstGeom prst="rect">
            <a:avLst/>
          </a:prstGeom>
          <a:noFill/>
          <a:ln>
            <a:noFill/>
          </a:ln>
        </p:spPr>
        <p:txBody>
          <a:bodyPr spcFirstLastPara="1" wrap="square" lIns="121900" tIns="121900" rIns="121900" bIns="121900" anchor="t" anchorCtr="0">
            <a:noAutofit/>
          </a:bodyPr>
          <a:lstStyle/>
          <a:p>
            <a:pPr marL="0" lvl="0" indent="0" algn="l" rtl="0">
              <a:lnSpc>
                <a:spcPct val="70000"/>
              </a:lnSpc>
              <a:spcBef>
                <a:spcPts val="0"/>
              </a:spcBef>
              <a:spcAft>
                <a:spcPts val="0"/>
              </a:spcAft>
              <a:buNone/>
            </a:pPr>
            <a:r>
              <a:rPr lang="en-US" sz="8135">
                <a:solidFill>
                  <a:srgbClr val="260700"/>
                </a:solidFill>
                <a:latin typeface="Plus Jakarta Sans ExtraBold"/>
                <a:ea typeface="Plus Jakarta Sans ExtraBold"/>
                <a:cs typeface="Plus Jakarta Sans ExtraBold"/>
                <a:sym typeface="Plus Jakarta Sans ExtraBold"/>
              </a:rPr>
              <a:t>¡Muchas</a:t>
            </a:r>
            <a:endParaRPr sz="8135">
              <a:solidFill>
                <a:srgbClr val="260700"/>
              </a:solidFill>
              <a:latin typeface="Plus Jakarta Sans ExtraBold"/>
              <a:ea typeface="Plus Jakarta Sans ExtraBold"/>
              <a:cs typeface="Plus Jakarta Sans ExtraBold"/>
              <a:sym typeface="Plus Jakarta Sans ExtraBold"/>
            </a:endParaRPr>
          </a:p>
          <a:p>
            <a:pPr marL="0" lvl="0" indent="0" algn="l" rtl="0">
              <a:lnSpc>
                <a:spcPct val="70000"/>
              </a:lnSpc>
              <a:spcBef>
                <a:spcPts val="0"/>
              </a:spcBef>
              <a:spcAft>
                <a:spcPts val="0"/>
              </a:spcAft>
              <a:buNone/>
            </a:pPr>
            <a:r>
              <a:rPr lang="en-US" sz="8135">
                <a:solidFill>
                  <a:srgbClr val="260700"/>
                </a:solidFill>
                <a:latin typeface="Plus Jakarta Sans ExtraBold"/>
                <a:ea typeface="Plus Jakarta Sans ExtraBold"/>
                <a:cs typeface="Plus Jakarta Sans ExtraBold"/>
                <a:sym typeface="Plus Jakarta Sans ExtraBold"/>
              </a:rPr>
              <a:t>gracias!</a:t>
            </a:r>
            <a:endParaRPr sz="8135">
              <a:solidFill>
                <a:srgbClr val="260700"/>
              </a:solidFill>
              <a:latin typeface="Plus Jakarta Sans ExtraBold"/>
              <a:ea typeface="Plus Jakarta Sans ExtraBold"/>
              <a:cs typeface="Plus Jakarta Sans ExtraBold"/>
              <a:sym typeface="Plus Jakarta Sans ExtraBold"/>
            </a:endParaRPr>
          </a:p>
        </p:txBody>
      </p:sp>
      <p:sp>
        <p:nvSpPr>
          <p:cNvPr id="486" name="Google Shape;486;p63"/>
          <p:cNvSpPr txBox="1"/>
          <p:nvPr/>
        </p:nvSpPr>
        <p:spPr>
          <a:xfrm>
            <a:off x="762000" y="5056200"/>
            <a:ext cx="10668000" cy="1208400"/>
          </a:xfrm>
          <a:prstGeom prst="rect">
            <a:avLst/>
          </a:prstGeom>
          <a:noFill/>
          <a:ln>
            <a:noFill/>
          </a:ln>
        </p:spPr>
        <p:txBody>
          <a:bodyPr spcFirstLastPara="1" wrap="square" lIns="0" tIns="0" rIns="0" bIns="0" anchor="b" anchorCtr="0">
            <a:noAutofit/>
          </a:bodyPr>
          <a:lstStyle/>
          <a:p>
            <a:pPr marL="0" lvl="0" indent="0" algn="just" rtl="0">
              <a:spcBef>
                <a:spcPts val="0"/>
              </a:spcBef>
              <a:spcAft>
                <a:spcPts val="0"/>
              </a:spcAft>
              <a:buNone/>
            </a:pPr>
            <a:r>
              <a:rPr lang="en-US" sz="800">
                <a:solidFill>
                  <a:srgbClr val="260700"/>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800">
              <a:solidFill>
                <a:srgbClr val="260700"/>
              </a:solidFill>
              <a:latin typeface="Plus Jakarta Sans"/>
              <a:ea typeface="Plus Jakarta Sans"/>
              <a:cs typeface="Plus Jakarta Sans"/>
              <a:sym typeface="Plus Jakarta Sans"/>
            </a:endParaRPr>
          </a:p>
          <a:p>
            <a:pPr marL="0" lvl="0" indent="0" algn="just" rtl="0">
              <a:spcBef>
                <a:spcPts val="0"/>
              </a:spcBef>
              <a:spcAft>
                <a:spcPts val="0"/>
              </a:spcAft>
              <a:buNone/>
            </a:pPr>
            <a:endParaRPr sz="800">
              <a:solidFill>
                <a:srgbClr val="260700"/>
              </a:solidFill>
              <a:latin typeface="Plus Jakarta Sans"/>
              <a:ea typeface="Plus Jakarta Sans"/>
              <a:cs typeface="Plus Jakarta Sans"/>
              <a:sym typeface="Plus Jakarta Sans"/>
            </a:endParaRPr>
          </a:p>
          <a:p>
            <a:pPr marL="0" lvl="0" indent="0" algn="just" rtl="0">
              <a:spcBef>
                <a:spcPts val="0"/>
              </a:spcBef>
              <a:spcAft>
                <a:spcPts val="0"/>
              </a:spcAft>
              <a:buNone/>
            </a:pPr>
            <a:r>
              <a:rPr lang="en-US" sz="800">
                <a:solidFill>
                  <a:srgbClr val="260700"/>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sz="800">
              <a:solidFill>
                <a:srgbClr val="260700"/>
              </a:solidFill>
              <a:latin typeface="Plus Jakarta Sans"/>
              <a:ea typeface="Plus Jakarta Sans"/>
              <a:cs typeface="Plus Jakarta Sans"/>
              <a:sym typeface="Plus Jakarta Sans"/>
            </a:endParaRPr>
          </a:p>
        </p:txBody>
      </p:sp>
      <p:pic>
        <p:nvPicPr>
          <p:cNvPr id="487" name="Google Shape;487;p63" title="Group 1321320857.png"/>
          <p:cNvPicPr preferRelativeResize="0"/>
          <p:nvPr/>
        </p:nvPicPr>
        <p:blipFill>
          <a:blip r:embed="rId3"/>
          <a:stretch>
            <a:fillRect/>
          </a:stretch>
        </p:blipFill>
        <p:spPr>
          <a:xfrm>
            <a:off x="9678767" y="650767"/>
            <a:ext cx="1629101" cy="475733"/>
          </a:xfrm>
          <a:prstGeom prst="rect">
            <a:avLst/>
          </a:prstGeom>
          <a:noFill/>
          <a:ln>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TotalTime>
  <Words>1052</Words>
  <Application>Microsoft Office PowerPoint</Application>
  <PresentationFormat>Panorámica</PresentationFormat>
  <Paragraphs>137</Paragraphs>
  <Slides>17</Slides>
  <Notes>7</Notes>
  <HiddenSlides>0</HiddenSlides>
  <MMClips>0</MMClips>
  <ScaleCrop>false</ScaleCrop>
  <HeadingPairs>
    <vt:vector size="6" baseType="variant">
      <vt:variant>
        <vt:lpstr>Fuentes usadas</vt:lpstr>
      </vt:variant>
      <vt:variant>
        <vt:i4>8</vt:i4>
      </vt:variant>
      <vt:variant>
        <vt:lpstr>Tema</vt:lpstr>
      </vt:variant>
      <vt:variant>
        <vt:i4>2</vt:i4>
      </vt:variant>
      <vt:variant>
        <vt:lpstr>Títulos de diapositiva</vt:lpstr>
      </vt:variant>
      <vt:variant>
        <vt:i4>17</vt:i4>
      </vt:variant>
    </vt:vector>
  </HeadingPairs>
  <TitlesOfParts>
    <vt:vector size="27" baseType="lpstr">
      <vt:lpstr>Arial</vt:lpstr>
      <vt:lpstr>Calibri</vt:lpstr>
      <vt:lpstr>Google Sans</vt:lpstr>
      <vt:lpstr>Google Sans Text</vt:lpstr>
      <vt:lpstr>Plus Jakarta Sans</vt:lpstr>
      <vt:lpstr>Plus Jakarta Sans ExtraBold</vt:lpstr>
      <vt:lpstr>Plus Jakarta Sans Light</vt:lpstr>
      <vt:lpstr>Wingdings</vt:lpstr>
      <vt:lpstr>WPS</vt:lpstr>
      <vt:lpstr>1_WPS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2. El Laboratorio: "Cocinar los datos" (15 min)</vt:lpstr>
      <vt:lpstr>Presentación de PowerPoint</vt:lpstr>
      <vt:lpstr>3. El Dilema del Jefe Desconfiado (15 min)</vt:lpstr>
      <vt:lpstr>🧠 El debate de las métricas (2 minutos): </vt:lpstr>
      <vt:lpstr>Presentación de PowerPoint</vt:lpstr>
      <vt:lpstr>4. El Gran Final:  El Despliegue Mínimo Viable (15 min)</vt:lpstr>
      <vt:lpstr>Presentación de PowerPoint</vt:lpstr>
      <vt:lpstr>5. Cierre y Casos de Uso Reales (5 min)</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Presentation</dc:title>
  <dc:creator>Luciano</dc:creator>
  <cp:lastModifiedBy>Luciano</cp:lastModifiedBy>
  <cp:revision>6</cp:revision>
  <dcterms:created xsi:type="dcterms:W3CDTF">2026-07-01T02:05:23Z</dcterms:created>
  <dcterms:modified xsi:type="dcterms:W3CDTF">2026-07-05T23:21:53Z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9D62F4AC23674A0AAFC98E239ADF1C92_11</vt:lpwstr>
  </property>
</Properties>
</file>